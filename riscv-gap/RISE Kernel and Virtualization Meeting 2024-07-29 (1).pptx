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4d47b8e4f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4d47b8e4f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4d47b8e4f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4d47b8e4f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ed79e0e6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ed79e0e6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d79e0e6b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ed79e0e6b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ed79e0e6b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ed79e0e6b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d79e0e6b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ed79e0e6b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e72ea891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ee72ea891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eeacc286f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eeacc286f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f15a2904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f15a2904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eeacc286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eeacc286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4d47b8e4f4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4d47b8e4f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300"/>
              <a:buFont typeface="Work Sans"/>
              <a:buNone/>
              <a:defRPr sz="4300">
                <a:latin typeface="Work Sans"/>
                <a:ea typeface="Work Sans"/>
                <a:cs typeface="Work Sans"/>
                <a:sym typeface="Work Sans"/>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Work Sans SemiBold"/>
              <a:buNone/>
              <a:defRPr sz="2400">
                <a:latin typeface="Work Sans SemiBold"/>
                <a:ea typeface="Work Sans SemiBold"/>
                <a:cs typeface="Work Sans SemiBold"/>
                <a:sym typeface="Work Sans SemiBold"/>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Font typeface="Open Sans"/>
              <a:buNone/>
              <a:defRPr sz="3600">
                <a:latin typeface="Open Sans"/>
                <a:ea typeface="Open Sans"/>
                <a:cs typeface="Open Sans"/>
                <a:sym typeface="Open Sans"/>
              </a:defRPr>
            </a:lvl1pPr>
            <a:lvl2pPr lvl="1" rtl="0" algn="ctr">
              <a:spcBef>
                <a:spcPts val="0"/>
              </a:spcBef>
              <a:spcAft>
                <a:spcPts val="0"/>
              </a:spcAft>
              <a:buSzPts val="3600"/>
              <a:buFont typeface="Open Sans"/>
              <a:buNone/>
              <a:defRPr sz="3600">
                <a:latin typeface="Open Sans"/>
                <a:ea typeface="Open Sans"/>
                <a:cs typeface="Open Sans"/>
                <a:sym typeface="Open Sans"/>
              </a:defRPr>
            </a:lvl2pPr>
            <a:lvl3pPr lvl="2" rtl="0" algn="ctr">
              <a:spcBef>
                <a:spcPts val="0"/>
              </a:spcBef>
              <a:spcAft>
                <a:spcPts val="0"/>
              </a:spcAft>
              <a:buSzPts val="3600"/>
              <a:buFont typeface="Open Sans"/>
              <a:buNone/>
              <a:defRPr sz="3600">
                <a:latin typeface="Open Sans"/>
                <a:ea typeface="Open Sans"/>
                <a:cs typeface="Open Sans"/>
                <a:sym typeface="Open Sans"/>
              </a:defRPr>
            </a:lvl3pPr>
            <a:lvl4pPr lvl="3" rtl="0" algn="ctr">
              <a:spcBef>
                <a:spcPts val="0"/>
              </a:spcBef>
              <a:spcAft>
                <a:spcPts val="0"/>
              </a:spcAft>
              <a:buSzPts val="3600"/>
              <a:buFont typeface="Open Sans"/>
              <a:buNone/>
              <a:defRPr sz="3600">
                <a:latin typeface="Open Sans"/>
                <a:ea typeface="Open Sans"/>
                <a:cs typeface="Open Sans"/>
                <a:sym typeface="Open Sans"/>
              </a:defRPr>
            </a:lvl4pPr>
            <a:lvl5pPr lvl="4" rtl="0" algn="ctr">
              <a:spcBef>
                <a:spcPts val="0"/>
              </a:spcBef>
              <a:spcAft>
                <a:spcPts val="0"/>
              </a:spcAft>
              <a:buSzPts val="3600"/>
              <a:buFont typeface="Open Sans"/>
              <a:buNone/>
              <a:defRPr sz="3600">
                <a:latin typeface="Open Sans"/>
                <a:ea typeface="Open Sans"/>
                <a:cs typeface="Open Sans"/>
                <a:sym typeface="Open Sans"/>
              </a:defRPr>
            </a:lvl5pPr>
            <a:lvl6pPr lvl="5" rtl="0" algn="ctr">
              <a:spcBef>
                <a:spcPts val="0"/>
              </a:spcBef>
              <a:spcAft>
                <a:spcPts val="0"/>
              </a:spcAft>
              <a:buSzPts val="3600"/>
              <a:buFont typeface="Open Sans"/>
              <a:buNone/>
              <a:defRPr sz="3600">
                <a:latin typeface="Open Sans"/>
                <a:ea typeface="Open Sans"/>
                <a:cs typeface="Open Sans"/>
                <a:sym typeface="Open Sans"/>
              </a:defRPr>
            </a:lvl6pPr>
            <a:lvl7pPr lvl="6" rtl="0" algn="ctr">
              <a:spcBef>
                <a:spcPts val="0"/>
              </a:spcBef>
              <a:spcAft>
                <a:spcPts val="0"/>
              </a:spcAft>
              <a:buSzPts val="3600"/>
              <a:buFont typeface="Open Sans"/>
              <a:buNone/>
              <a:defRPr sz="3600">
                <a:latin typeface="Open Sans"/>
                <a:ea typeface="Open Sans"/>
                <a:cs typeface="Open Sans"/>
                <a:sym typeface="Open Sans"/>
              </a:defRPr>
            </a:lvl7pPr>
            <a:lvl8pPr lvl="7" rtl="0" algn="ctr">
              <a:spcBef>
                <a:spcPts val="0"/>
              </a:spcBef>
              <a:spcAft>
                <a:spcPts val="0"/>
              </a:spcAft>
              <a:buSzPts val="3600"/>
              <a:buFont typeface="Open Sans"/>
              <a:buNone/>
              <a:defRPr sz="3600">
                <a:latin typeface="Open Sans"/>
                <a:ea typeface="Open Sans"/>
                <a:cs typeface="Open Sans"/>
                <a:sym typeface="Open Sans"/>
              </a:defRPr>
            </a:lvl8pPr>
            <a:lvl9pPr lvl="8" rtl="0" algn="ctr">
              <a:spcBef>
                <a:spcPts val="0"/>
              </a:spcBef>
              <a:spcAft>
                <a:spcPts val="0"/>
              </a:spcAft>
              <a:buSzPts val="3600"/>
              <a:buFont typeface="Open Sans"/>
              <a:buNone/>
              <a:defRPr sz="3600">
                <a:latin typeface="Open Sans"/>
                <a:ea typeface="Open Sans"/>
                <a:cs typeface="Open Sans"/>
                <a:sym typeface="Open Sans"/>
              </a:defRPr>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Font typeface="Work Sans"/>
              <a:buNone/>
              <a:defRPr>
                <a:latin typeface="Work Sans"/>
                <a:ea typeface="Work Sans"/>
                <a:cs typeface="Work Sans"/>
                <a:sym typeface="Work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Work Sans"/>
              <a:buChar char="●"/>
              <a:defRPr>
                <a:latin typeface="Work Sans"/>
                <a:ea typeface="Work Sans"/>
                <a:cs typeface="Work Sans"/>
                <a:sym typeface="Work Sans"/>
              </a:defRPr>
            </a:lvl1pPr>
            <a:lvl2pPr indent="-317500" lvl="1" marL="914400" rtl="0">
              <a:spcBef>
                <a:spcPts val="0"/>
              </a:spcBef>
              <a:spcAft>
                <a:spcPts val="0"/>
              </a:spcAft>
              <a:buSzPts val="1400"/>
              <a:buFont typeface="Work Sans"/>
              <a:buChar char="○"/>
              <a:defRPr>
                <a:latin typeface="Work Sans"/>
                <a:ea typeface="Work Sans"/>
                <a:cs typeface="Work Sans"/>
                <a:sym typeface="Work Sans"/>
              </a:defRPr>
            </a:lvl2pPr>
            <a:lvl3pPr indent="-317500" lvl="2" marL="1371600" rtl="0">
              <a:spcBef>
                <a:spcPts val="0"/>
              </a:spcBef>
              <a:spcAft>
                <a:spcPts val="0"/>
              </a:spcAft>
              <a:buSzPts val="1400"/>
              <a:buFont typeface="Work Sans"/>
              <a:buChar char="■"/>
              <a:defRPr>
                <a:latin typeface="Work Sans"/>
                <a:ea typeface="Work Sans"/>
                <a:cs typeface="Work Sans"/>
                <a:sym typeface="Work Sans"/>
              </a:defRPr>
            </a:lvl3pPr>
            <a:lvl4pPr indent="-317500" lvl="3" marL="1828800" rtl="0">
              <a:spcBef>
                <a:spcPts val="0"/>
              </a:spcBef>
              <a:spcAft>
                <a:spcPts val="0"/>
              </a:spcAft>
              <a:buSzPts val="1400"/>
              <a:buFont typeface="Work Sans"/>
              <a:buChar char="●"/>
              <a:defRPr>
                <a:latin typeface="Work Sans"/>
                <a:ea typeface="Work Sans"/>
                <a:cs typeface="Work Sans"/>
                <a:sym typeface="Work Sans"/>
              </a:defRPr>
            </a:lvl4pPr>
            <a:lvl5pPr indent="-317500" lvl="4" marL="2286000" rtl="0">
              <a:spcBef>
                <a:spcPts val="0"/>
              </a:spcBef>
              <a:spcAft>
                <a:spcPts val="0"/>
              </a:spcAft>
              <a:buSzPts val="1400"/>
              <a:buFont typeface="Work Sans"/>
              <a:buChar char="○"/>
              <a:defRPr>
                <a:latin typeface="Work Sans"/>
                <a:ea typeface="Work Sans"/>
                <a:cs typeface="Work Sans"/>
                <a:sym typeface="Work Sans"/>
              </a:defRPr>
            </a:lvl5pPr>
            <a:lvl6pPr indent="-317500" lvl="5" marL="2743200" rtl="0">
              <a:spcBef>
                <a:spcPts val="0"/>
              </a:spcBef>
              <a:spcAft>
                <a:spcPts val="0"/>
              </a:spcAft>
              <a:buSzPts val="1400"/>
              <a:buFont typeface="Work Sans"/>
              <a:buChar char="■"/>
              <a:defRPr>
                <a:latin typeface="Work Sans"/>
                <a:ea typeface="Work Sans"/>
                <a:cs typeface="Work Sans"/>
                <a:sym typeface="Work Sans"/>
              </a:defRPr>
            </a:lvl6pPr>
            <a:lvl7pPr indent="-317500" lvl="6" marL="3200400" rtl="0">
              <a:spcBef>
                <a:spcPts val="0"/>
              </a:spcBef>
              <a:spcAft>
                <a:spcPts val="0"/>
              </a:spcAft>
              <a:buSzPts val="1400"/>
              <a:buFont typeface="Work Sans"/>
              <a:buChar char="●"/>
              <a:defRPr>
                <a:latin typeface="Work Sans"/>
                <a:ea typeface="Work Sans"/>
                <a:cs typeface="Work Sans"/>
                <a:sym typeface="Work Sans"/>
              </a:defRPr>
            </a:lvl7pPr>
            <a:lvl8pPr indent="-317500" lvl="7" marL="3657600" rtl="0">
              <a:spcBef>
                <a:spcPts val="0"/>
              </a:spcBef>
              <a:spcAft>
                <a:spcPts val="0"/>
              </a:spcAft>
              <a:buSzPts val="1400"/>
              <a:buFont typeface="Work Sans"/>
              <a:buChar char="○"/>
              <a:defRPr>
                <a:latin typeface="Work Sans"/>
                <a:ea typeface="Work Sans"/>
                <a:cs typeface="Work Sans"/>
                <a:sym typeface="Work Sans"/>
              </a:defRPr>
            </a:lvl8pPr>
            <a:lvl9pPr indent="-317500" lvl="8" marL="4114800" rtl="0">
              <a:spcBef>
                <a:spcPts val="0"/>
              </a:spcBef>
              <a:spcAft>
                <a:spcPts val="0"/>
              </a:spcAft>
              <a:buSzPts val="1400"/>
              <a:buFont typeface="Work Sans"/>
              <a:buChar char="■"/>
              <a:defRPr>
                <a:latin typeface="Work Sans"/>
                <a:ea typeface="Work Sans"/>
                <a:cs typeface="Work Sans"/>
                <a:sym typeface="Work Sans"/>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Font typeface="Work Sans"/>
              <a:buNone/>
              <a:defRPr>
                <a:latin typeface="Work Sans"/>
                <a:ea typeface="Work Sans"/>
                <a:cs typeface="Work Sans"/>
                <a:sym typeface="Work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Font typeface="Work Sans"/>
              <a:buChar char="●"/>
              <a:defRPr sz="14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Font typeface="Work Sans"/>
              <a:buChar char="●"/>
              <a:defRPr sz="14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Font typeface="Work Sans"/>
              <a:buNone/>
              <a:defRPr>
                <a:latin typeface="Work Sans"/>
                <a:ea typeface="Work Sans"/>
                <a:cs typeface="Work Sans"/>
                <a:sym typeface="Work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Font typeface="Work Sans"/>
              <a:buNone/>
              <a:defRPr sz="2400">
                <a:latin typeface="Work Sans"/>
                <a:ea typeface="Work Sans"/>
                <a:cs typeface="Work Sans"/>
                <a:sym typeface="Work Sans"/>
              </a:defRPr>
            </a:lvl1pPr>
            <a:lvl2pPr lvl="1" rtl="0">
              <a:spcBef>
                <a:spcPts val="0"/>
              </a:spcBef>
              <a:spcAft>
                <a:spcPts val="0"/>
              </a:spcAft>
              <a:buSzPts val="2400"/>
              <a:buFont typeface="Work Sans"/>
              <a:buNone/>
              <a:defRPr sz="2400">
                <a:latin typeface="Work Sans"/>
                <a:ea typeface="Work Sans"/>
                <a:cs typeface="Work Sans"/>
                <a:sym typeface="Work Sans"/>
              </a:defRPr>
            </a:lvl2pPr>
            <a:lvl3pPr lvl="2" rtl="0">
              <a:spcBef>
                <a:spcPts val="0"/>
              </a:spcBef>
              <a:spcAft>
                <a:spcPts val="0"/>
              </a:spcAft>
              <a:buSzPts val="2400"/>
              <a:buFont typeface="Work Sans"/>
              <a:buNone/>
              <a:defRPr sz="2400">
                <a:latin typeface="Work Sans"/>
                <a:ea typeface="Work Sans"/>
                <a:cs typeface="Work Sans"/>
                <a:sym typeface="Work Sans"/>
              </a:defRPr>
            </a:lvl3pPr>
            <a:lvl4pPr lvl="3" rtl="0">
              <a:spcBef>
                <a:spcPts val="0"/>
              </a:spcBef>
              <a:spcAft>
                <a:spcPts val="0"/>
              </a:spcAft>
              <a:buSzPts val="2400"/>
              <a:buFont typeface="Work Sans"/>
              <a:buNone/>
              <a:defRPr sz="2400">
                <a:latin typeface="Work Sans"/>
                <a:ea typeface="Work Sans"/>
                <a:cs typeface="Work Sans"/>
                <a:sym typeface="Work Sans"/>
              </a:defRPr>
            </a:lvl4pPr>
            <a:lvl5pPr lvl="4" rtl="0">
              <a:spcBef>
                <a:spcPts val="0"/>
              </a:spcBef>
              <a:spcAft>
                <a:spcPts val="0"/>
              </a:spcAft>
              <a:buSzPts val="2400"/>
              <a:buFont typeface="Work Sans"/>
              <a:buNone/>
              <a:defRPr sz="2400">
                <a:latin typeface="Work Sans"/>
                <a:ea typeface="Work Sans"/>
                <a:cs typeface="Work Sans"/>
                <a:sym typeface="Work Sans"/>
              </a:defRPr>
            </a:lvl5pPr>
            <a:lvl6pPr lvl="5" rtl="0">
              <a:spcBef>
                <a:spcPts val="0"/>
              </a:spcBef>
              <a:spcAft>
                <a:spcPts val="0"/>
              </a:spcAft>
              <a:buSzPts val="2400"/>
              <a:buFont typeface="Work Sans"/>
              <a:buNone/>
              <a:defRPr sz="2400">
                <a:latin typeface="Work Sans"/>
                <a:ea typeface="Work Sans"/>
                <a:cs typeface="Work Sans"/>
                <a:sym typeface="Work Sans"/>
              </a:defRPr>
            </a:lvl6pPr>
            <a:lvl7pPr lvl="6" rtl="0">
              <a:spcBef>
                <a:spcPts val="0"/>
              </a:spcBef>
              <a:spcAft>
                <a:spcPts val="0"/>
              </a:spcAft>
              <a:buSzPts val="2400"/>
              <a:buFont typeface="Work Sans"/>
              <a:buNone/>
              <a:defRPr sz="2400">
                <a:latin typeface="Work Sans"/>
                <a:ea typeface="Work Sans"/>
                <a:cs typeface="Work Sans"/>
                <a:sym typeface="Work Sans"/>
              </a:defRPr>
            </a:lvl7pPr>
            <a:lvl8pPr lvl="7" rtl="0">
              <a:spcBef>
                <a:spcPts val="0"/>
              </a:spcBef>
              <a:spcAft>
                <a:spcPts val="0"/>
              </a:spcAft>
              <a:buSzPts val="2400"/>
              <a:buFont typeface="Work Sans"/>
              <a:buNone/>
              <a:defRPr sz="2400">
                <a:latin typeface="Work Sans"/>
                <a:ea typeface="Work Sans"/>
                <a:cs typeface="Work Sans"/>
                <a:sym typeface="Work Sans"/>
              </a:defRPr>
            </a:lvl8pPr>
            <a:lvl9pPr lvl="8" rtl="0">
              <a:spcBef>
                <a:spcPts val="0"/>
              </a:spcBef>
              <a:spcAft>
                <a:spcPts val="0"/>
              </a:spcAft>
              <a:buSzPts val="2400"/>
              <a:buFont typeface="Work Sans"/>
              <a:buNone/>
              <a:defRPr sz="2400">
                <a:latin typeface="Work Sans"/>
                <a:ea typeface="Work Sans"/>
                <a:cs typeface="Work Sans"/>
                <a:sym typeface="Work Sans"/>
              </a:defRPr>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Font typeface="Work Sans"/>
              <a:buChar char="●"/>
              <a:defRPr sz="12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Work Sans ExtraLight"/>
              <a:buNone/>
              <a:defRPr sz="4800">
                <a:latin typeface="Work Sans ExtraLight"/>
                <a:ea typeface="Work Sans ExtraLight"/>
                <a:cs typeface="Work Sans ExtraLight"/>
                <a:sym typeface="Work Sans ExtraLigh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Font typeface="Work Sans"/>
              <a:buNone/>
              <a:defRPr sz="3600">
                <a:latin typeface="Work Sans"/>
                <a:ea typeface="Work Sans"/>
                <a:cs typeface="Work Sans"/>
                <a:sym typeface="Work Sans"/>
              </a:defRPr>
            </a:lvl1pPr>
            <a:lvl2pPr lvl="1" rtl="0" algn="ctr">
              <a:spcBef>
                <a:spcPts val="0"/>
              </a:spcBef>
              <a:spcAft>
                <a:spcPts val="0"/>
              </a:spcAft>
              <a:buSzPts val="4200"/>
              <a:buFont typeface="Work Sans"/>
              <a:buNone/>
              <a:defRPr sz="4200">
                <a:latin typeface="Work Sans"/>
                <a:ea typeface="Work Sans"/>
                <a:cs typeface="Work Sans"/>
                <a:sym typeface="Work Sans"/>
              </a:defRPr>
            </a:lvl2pPr>
            <a:lvl3pPr lvl="2" rtl="0" algn="ctr">
              <a:spcBef>
                <a:spcPts val="0"/>
              </a:spcBef>
              <a:spcAft>
                <a:spcPts val="0"/>
              </a:spcAft>
              <a:buSzPts val="4200"/>
              <a:buFont typeface="Work Sans"/>
              <a:buNone/>
              <a:defRPr sz="4200">
                <a:latin typeface="Work Sans"/>
                <a:ea typeface="Work Sans"/>
                <a:cs typeface="Work Sans"/>
                <a:sym typeface="Work Sans"/>
              </a:defRPr>
            </a:lvl3pPr>
            <a:lvl4pPr lvl="3" rtl="0" algn="ctr">
              <a:spcBef>
                <a:spcPts val="0"/>
              </a:spcBef>
              <a:spcAft>
                <a:spcPts val="0"/>
              </a:spcAft>
              <a:buSzPts val="4200"/>
              <a:buFont typeface="Work Sans"/>
              <a:buNone/>
              <a:defRPr sz="4200">
                <a:latin typeface="Work Sans"/>
                <a:ea typeface="Work Sans"/>
                <a:cs typeface="Work Sans"/>
                <a:sym typeface="Work Sans"/>
              </a:defRPr>
            </a:lvl4pPr>
            <a:lvl5pPr lvl="4" rtl="0" algn="ctr">
              <a:spcBef>
                <a:spcPts val="0"/>
              </a:spcBef>
              <a:spcAft>
                <a:spcPts val="0"/>
              </a:spcAft>
              <a:buSzPts val="4200"/>
              <a:buFont typeface="Work Sans"/>
              <a:buNone/>
              <a:defRPr sz="4200">
                <a:latin typeface="Work Sans"/>
                <a:ea typeface="Work Sans"/>
                <a:cs typeface="Work Sans"/>
                <a:sym typeface="Work Sans"/>
              </a:defRPr>
            </a:lvl5pPr>
            <a:lvl6pPr lvl="5" rtl="0" algn="ctr">
              <a:spcBef>
                <a:spcPts val="0"/>
              </a:spcBef>
              <a:spcAft>
                <a:spcPts val="0"/>
              </a:spcAft>
              <a:buSzPts val="4200"/>
              <a:buFont typeface="Work Sans"/>
              <a:buNone/>
              <a:defRPr sz="4200">
                <a:latin typeface="Work Sans"/>
                <a:ea typeface="Work Sans"/>
                <a:cs typeface="Work Sans"/>
                <a:sym typeface="Work Sans"/>
              </a:defRPr>
            </a:lvl6pPr>
            <a:lvl7pPr lvl="6" rtl="0" algn="ctr">
              <a:spcBef>
                <a:spcPts val="0"/>
              </a:spcBef>
              <a:spcAft>
                <a:spcPts val="0"/>
              </a:spcAft>
              <a:buSzPts val="4200"/>
              <a:buFont typeface="Work Sans"/>
              <a:buNone/>
              <a:defRPr sz="4200">
                <a:latin typeface="Work Sans"/>
                <a:ea typeface="Work Sans"/>
                <a:cs typeface="Work Sans"/>
                <a:sym typeface="Work Sans"/>
              </a:defRPr>
            </a:lvl7pPr>
            <a:lvl8pPr lvl="7" rtl="0" algn="ctr">
              <a:spcBef>
                <a:spcPts val="0"/>
              </a:spcBef>
              <a:spcAft>
                <a:spcPts val="0"/>
              </a:spcAft>
              <a:buSzPts val="4200"/>
              <a:buFont typeface="Work Sans"/>
              <a:buNone/>
              <a:defRPr sz="4200">
                <a:latin typeface="Work Sans"/>
                <a:ea typeface="Work Sans"/>
                <a:cs typeface="Work Sans"/>
                <a:sym typeface="Work Sans"/>
              </a:defRPr>
            </a:lvl8pPr>
            <a:lvl9pPr lvl="8" rtl="0" algn="ctr">
              <a:spcBef>
                <a:spcPts val="0"/>
              </a:spcBef>
              <a:spcAft>
                <a:spcPts val="0"/>
              </a:spcAft>
              <a:buSzPts val="4200"/>
              <a:buFont typeface="Work Sans"/>
              <a:buNone/>
              <a:defRPr sz="4200">
                <a:latin typeface="Work Sans"/>
                <a:ea typeface="Work Sans"/>
                <a:cs typeface="Work Sans"/>
                <a:sym typeface="Work Sans"/>
              </a:defRPr>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Font typeface="Work Sans"/>
              <a:buNone/>
              <a:defRPr sz="2400">
                <a:latin typeface="Work Sans"/>
                <a:ea typeface="Work Sans"/>
                <a:cs typeface="Work Sans"/>
                <a:sym typeface="Work Sans"/>
              </a:defRPr>
            </a:lvl1pPr>
            <a:lvl2pPr lvl="1" rtl="0" algn="ctr">
              <a:lnSpc>
                <a:spcPct val="100000"/>
              </a:lnSpc>
              <a:spcBef>
                <a:spcPts val="0"/>
              </a:spcBef>
              <a:spcAft>
                <a:spcPts val="0"/>
              </a:spcAft>
              <a:buSzPts val="2400"/>
              <a:buFont typeface="Work Sans"/>
              <a:buNone/>
              <a:defRPr sz="2400">
                <a:latin typeface="Work Sans"/>
                <a:ea typeface="Work Sans"/>
                <a:cs typeface="Work Sans"/>
                <a:sym typeface="Work Sans"/>
              </a:defRPr>
            </a:lvl2pPr>
            <a:lvl3pPr lvl="2" rtl="0" algn="ctr">
              <a:lnSpc>
                <a:spcPct val="100000"/>
              </a:lnSpc>
              <a:spcBef>
                <a:spcPts val="0"/>
              </a:spcBef>
              <a:spcAft>
                <a:spcPts val="0"/>
              </a:spcAft>
              <a:buSzPts val="2400"/>
              <a:buFont typeface="Work Sans"/>
              <a:buNone/>
              <a:defRPr sz="2400">
                <a:latin typeface="Work Sans"/>
                <a:ea typeface="Work Sans"/>
                <a:cs typeface="Work Sans"/>
                <a:sym typeface="Work Sans"/>
              </a:defRPr>
            </a:lvl3pPr>
            <a:lvl4pPr lvl="3" rtl="0" algn="ctr">
              <a:lnSpc>
                <a:spcPct val="100000"/>
              </a:lnSpc>
              <a:spcBef>
                <a:spcPts val="0"/>
              </a:spcBef>
              <a:spcAft>
                <a:spcPts val="0"/>
              </a:spcAft>
              <a:buSzPts val="2400"/>
              <a:buFont typeface="Work Sans"/>
              <a:buNone/>
              <a:defRPr sz="2400">
                <a:latin typeface="Work Sans"/>
                <a:ea typeface="Work Sans"/>
                <a:cs typeface="Work Sans"/>
                <a:sym typeface="Work Sans"/>
              </a:defRPr>
            </a:lvl4pPr>
            <a:lvl5pPr lvl="4" rtl="0" algn="ctr">
              <a:lnSpc>
                <a:spcPct val="100000"/>
              </a:lnSpc>
              <a:spcBef>
                <a:spcPts val="0"/>
              </a:spcBef>
              <a:spcAft>
                <a:spcPts val="0"/>
              </a:spcAft>
              <a:buSzPts val="2400"/>
              <a:buFont typeface="Work Sans"/>
              <a:buNone/>
              <a:defRPr sz="2400">
                <a:latin typeface="Work Sans"/>
                <a:ea typeface="Work Sans"/>
                <a:cs typeface="Work Sans"/>
                <a:sym typeface="Work Sans"/>
              </a:defRPr>
            </a:lvl5pPr>
            <a:lvl6pPr lvl="5" rtl="0" algn="ctr">
              <a:lnSpc>
                <a:spcPct val="100000"/>
              </a:lnSpc>
              <a:spcBef>
                <a:spcPts val="0"/>
              </a:spcBef>
              <a:spcAft>
                <a:spcPts val="0"/>
              </a:spcAft>
              <a:buSzPts val="2400"/>
              <a:buFont typeface="Work Sans"/>
              <a:buNone/>
              <a:defRPr sz="2400">
                <a:latin typeface="Work Sans"/>
                <a:ea typeface="Work Sans"/>
                <a:cs typeface="Work Sans"/>
                <a:sym typeface="Work Sans"/>
              </a:defRPr>
            </a:lvl6pPr>
            <a:lvl7pPr lvl="6" rtl="0" algn="ctr">
              <a:lnSpc>
                <a:spcPct val="100000"/>
              </a:lnSpc>
              <a:spcBef>
                <a:spcPts val="0"/>
              </a:spcBef>
              <a:spcAft>
                <a:spcPts val="0"/>
              </a:spcAft>
              <a:buSzPts val="2400"/>
              <a:buFont typeface="Work Sans"/>
              <a:buNone/>
              <a:defRPr sz="2400">
                <a:latin typeface="Work Sans"/>
                <a:ea typeface="Work Sans"/>
                <a:cs typeface="Work Sans"/>
                <a:sym typeface="Work Sans"/>
              </a:defRPr>
            </a:lvl7pPr>
            <a:lvl8pPr lvl="7" rtl="0" algn="ctr">
              <a:lnSpc>
                <a:spcPct val="100000"/>
              </a:lnSpc>
              <a:spcBef>
                <a:spcPts val="0"/>
              </a:spcBef>
              <a:spcAft>
                <a:spcPts val="0"/>
              </a:spcAft>
              <a:buSzPts val="2400"/>
              <a:buFont typeface="Work Sans"/>
              <a:buNone/>
              <a:defRPr sz="2400">
                <a:latin typeface="Work Sans"/>
                <a:ea typeface="Work Sans"/>
                <a:cs typeface="Work Sans"/>
                <a:sym typeface="Work Sans"/>
              </a:defRPr>
            </a:lvl8pPr>
            <a:lvl9pPr lvl="8" rtl="0" algn="ctr">
              <a:lnSpc>
                <a:spcPct val="100000"/>
              </a:lnSpc>
              <a:spcBef>
                <a:spcPts val="0"/>
              </a:spcBef>
              <a:spcAft>
                <a:spcPts val="0"/>
              </a:spcAft>
              <a:buSzPts val="2400"/>
              <a:buFont typeface="Work Sans"/>
              <a:buNone/>
              <a:defRPr sz="2400">
                <a:latin typeface="Work Sans"/>
                <a:ea typeface="Work Sans"/>
                <a:cs typeface="Work Sans"/>
                <a:sym typeface="Work Sans"/>
              </a:defRPr>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Font typeface="Work Sans"/>
              <a:buChar char="●"/>
              <a:defRPr>
                <a:latin typeface="Work Sans"/>
                <a:ea typeface="Work Sans"/>
                <a:cs typeface="Work Sans"/>
                <a:sym typeface="Work Sans"/>
              </a:defRPr>
            </a:lvl1pPr>
            <a:lvl2pPr indent="-317500" lvl="1" marL="914400" rtl="0">
              <a:spcBef>
                <a:spcPts val="0"/>
              </a:spcBef>
              <a:spcAft>
                <a:spcPts val="0"/>
              </a:spcAft>
              <a:buSzPts val="1400"/>
              <a:buFont typeface="Work Sans"/>
              <a:buChar char="○"/>
              <a:defRPr>
                <a:latin typeface="Work Sans"/>
                <a:ea typeface="Work Sans"/>
                <a:cs typeface="Work Sans"/>
                <a:sym typeface="Work Sans"/>
              </a:defRPr>
            </a:lvl2pPr>
            <a:lvl3pPr indent="-317500" lvl="2" marL="1371600" rtl="0">
              <a:spcBef>
                <a:spcPts val="0"/>
              </a:spcBef>
              <a:spcAft>
                <a:spcPts val="0"/>
              </a:spcAft>
              <a:buSzPts val="1400"/>
              <a:buFont typeface="Work Sans"/>
              <a:buChar char="■"/>
              <a:defRPr>
                <a:latin typeface="Work Sans"/>
                <a:ea typeface="Work Sans"/>
                <a:cs typeface="Work Sans"/>
                <a:sym typeface="Work Sans"/>
              </a:defRPr>
            </a:lvl3pPr>
            <a:lvl4pPr indent="-317500" lvl="3" marL="1828800" rtl="0">
              <a:spcBef>
                <a:spcPts val="0"/>
              </a:spcBef>
              <a:spcAft>
                <a:spcPts val="0"/>
              </a:spcAft>
              <a:buSzPts val="1400"/>
              <a:buFont typeface="Work Sans"/>
              <a:buChar char="●"/>
              <a:defRPr>
                <a:latin typeface="Work Sans"/>
                <a:ea typeface="Work Sans"/>
                <a:cs typeface="Work Sans"/>
                <a:sym typeface="Work Sans"/>
              </a:defRPr>
            </a:lvl4pPr>
            <a:lvl5pPr indent="-317500" lvl="4" marL="2286000" rtl="0">
              <a:spcBef>
                <a:spcPts val="0"/>
              </a:spcBef>
              <a:spcAft>
                <a:spcPts val="0"/>
              </a:spcAft>
              <a:buSzPts val="1400"/>
              <a:buFont typeface="Work Sans"/>
              <a:buChar char="○"/>
              <a:defRPr>
                <a:latin typeface="Work Sans"/>
                <a:ea typeface="Work Sans"/>
                <a:cs typeface="Work Sans"/>
                <a:sym typeface="Work Sans"/>
              </a:defRPr>
            </a:lvl5pPr>
            <a:lvl6pPr indent="-317500" lvl="5" marL="2743200" rtl="0">
              <a:spcBef>
                <a:spcPts val="0"/>
              </a:spcBef>
              <a:spcAft>
                <a:spcPts val="0"/>
              </a:spcAft>
              <a:buSzPts val="1400"/>
              <a:buFont typeface="Work Sans"/>
              <a:buChar char="■"/>
              <a:defRPr>
                <a:latin typeface="Work Sans"/>
                <a:ea typeface="Work Sans"/>
                <a:cs typeface="Work Sans"/>
                <a:sym typeface="Work Sans"/>
              </a:defRPr>
            </a:lvl6pPr>
            <a:lvl7pPr indent="-317500" lvl="6" marL="3200400" rtl="0">
              <a:spcBef>
                <a:spcPts val="0"/>
              </a:spcBef>
              <a:spcAft>
                <a:spcPts val="0"/>
              </a:spcAft>
              <a:buSzPts val="1400"/>
              <a:buFont typeface="Work Sans"/>
              <a:buChar char="●"/>
              <a:defRPr>
                <a:latin typeface="Work Sans"/>
                <a:ea typeface="Work Sans"/>
                <a:cs typeface="Work Sans"/>
                <a:sym typeface="Work Sans"/>
              </a:defRPr>
            </a:lvl7pPr>
            <a:lvl8pPr indent="-317500" lvl="7" marL="3657600" rtl="0">
              <a:spcBef>
                <a:spcPts val="0"/>
              </a:spcBef>
              <a:spcAft>
                <a:spcPts val="0"/>
              </a:spcAft>
              <a:buSzPts val="1400"/>
              <a:buFont typeface="Work Sans"/>
              <a:buChar char="○"/>
              <a:defRPr>
                <a:latin typeface="Work Sans"/>
                <a:ea typeface="Work Sans"/>
                <a:cs typeface="Work Sans"/>
                <a:sym typeface="Work Sans"/>
              </a:defRPr>
            </a:lvl8pPr>
            <a:lvl9pPr indent="-317500" lvl="8" marL="4114800" rtl="0">
              <a:spcBef>
                <a:spcPts val="0"/>
              </a:spcBef>
              <a:spcAft>
                <a:spcPts val="0"/>
              </a:spcAft>
              <a:buSzPts val="1400"/>
              <a:buFont typeface="Work Sans"/>
              <a:buChar char="■"/>
              <a:defRPr>
                <a:latin typeface="Work Sans"/>
                <a:ea typeface="Work Sans"/>
                <a:cs typeface="Work Sans"/>
                <a:sym typeface="Work Sans"/>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Font typeface="Work Sans"/>
              <a:buNone/>
              <a:defRPr>
                <a:latin typeface="Work Sans"/>
                <a:ea typeface="Work Sans"/>
                <a:cs typeface="Work Sans"/>
                <a:sym typeface="Work Sans"/>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Font typeface="Work Sans Light"/>
              <a:buNone/>
              <a:defRPr sz="12000">
                <a:latin typeface="Work Sans Light"/>
                <a:ea typeface="Work Sans Light"/>
                <a:cs typeface="Work Sans Light"/>
                <a:sym typeface="Work Sans Ligh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Font typeface="Work Sans"/>
              <a:buChar char="●"/>
              <a:defRPr>
                <a:latin typeface="Work Sans"/>
                <a:ea typeface="Work Sans"/>
                <a:cs typeface="Work Sans"/>
                <a:sym typeface="Work Sans"/>
              </a:defRPr>
            </a:lvl1pPr>
            <a:lvl2pPr indent="-317500" lvl="1" marL="914400" rtl="0" algn="ctr">
              <a:spcBef>
                <a:spcPts val="0"/>
              </a:spcBef>
              <a:spcAft>
                <a:spcPts val="0"/>
              </a:spcAft>
              <a:buSzPts val="1400"/>
              <a:buFont typeface="Work Sans"/>
              <a:buChar char="○"/>
              <a:defRPr>
                <a:latin typeface="Work Sans"/>
                <a:ea typeface="Work Sans"/>
                <a:cs typeface="Work Sans"/>
                <a:sym typeface="Work Sans"/>
              </a:defRPr>
            </a:lvl2pPr>
            <a:lvl3pPr indent="-317500" lvl="2" marL="1371600" rtl="0" algn="ctr">
              <a:spcBef>
                <a:spcPts val="0"/>
              </a:spcBef>
              <a:spcAft>
                <a:spcPts val="0"/>
              </a:spcAft>
              <a:buSzPts val="1400"/>
              <a:buFont typeface="Work Sans"/>
              <a:buChar char="■"/>
              <a:defRPr>
                <a:latin typeface="Work Sans"/>
                <a:ea typeface="Work Sans"/>
                <a:cs typeface="Work Sans"/>
                <a:sym typeface="Work Sans"/>
              </a:defRPr>
            </a:lvl3pPr>
            <a:lvl4pPr indent="-317500" lvl="3" marL="1828800" rtl="0" algn="ctr">
              <a:spcBef>
                <a:spcPts val="0"/>
              </a:spcBef>
              <a:spcAft>
                <a:spcPts val="0"/>
              </a:spcAft>
              <a:buSzPts val="1400"/>
              <a:buFont typeface="Work Sans"/>
              <a:buChar char="●"/>
              <a:defRPr>
                <a:latin typeface="Work Sans"/>
                <a:ea typeface="Work Sans"/>
                <a:cs typeface="Work Sans"/>
                <a:sym typeface="Work Sans"/>
              </a:defRPr>
            </a:lvl4pPr>
            <a:lvl5pPr indent="-317500" lvl="4" marL="2286000" rtl="0" algn="ctr">
              <a:spcBef>
                <a:spcPts val="0"/>
              </a:spcBef>
              <a:spcAft>
                <a:spcPts val="0"/>
              </a:spcAft>
              <a:buSzPts val="1400"/>
              <a:buFont typeface="Work Sans"/>
              <a:buChar char="○"/>
              <a:defRPr>
                <a:latin typeface="Work Sans"/>
                <a:ea typeface="Work Sans"/>
                <a:cs typeface="Work Sans"/>
                <a:sym typeface="Work Sans"/>
              </a:defRPr>
            </a:lvl5pPr>
            <a:lvl6pPr indent="-317500" lvl="5" marL="2743200" rtl="0" algn="ctr">
              <a:spcBef>
                <a:spcPts val="0"/>
              </a:spcBef>
              <a:spcAft>
                <a:spcPts val="0"/>
              </a:spcAft>
              <a:buSzPts val="1400"/>
              <a:buFont typeface="Work Sans"/>
              <a:buChar char="■"/>
              <a:defRPr>
                <a:latin typeface="Work Sans"/>
                <a:ea typeface="Work Sans"/>
                <a:cs typeface="Work Sans"/>
                <a:sym typeface="Work Sans"/>
              </a:defRPr>
            </a:lvl6pPr>
            <a:lvl7pPr indent="-317500" lvl="6" marL="3200400" rtl="0" algn="ctr">
              <a:spcBef>
                <a:spcPts val="0"/>
              </a:spcBef>
              <a:spcAft>
                <a:spcPts val="0"/>
              </a:spcAft>
              <a:buSzPts val="1400"/>
              <a:buFont typeface="Work Sans"/>
              <a:buChar char="●"/>
              <a:defRPr>
                <a:latin typeface="Work Sans"/>
                <a:ea typeface="Work Sans"/>
                <a:cs typeface="Work Sans"/>
                <a:sym typeface="Work Sans"/>
              </a:defRPr>
            </a:lvl7pPr>
            <a:lvl8pPr indent="-317500" lvl="7" marL="3657600" rtl="0" algn="ctr">
              <a:spcBef>
                <a:spcPts val="0"/>
              </a:spcBef>
              <a:spcAft>
                <a:spcPts val="0"/>
              </a:spcAft>
              <a:buSzPts val="1400"/>
              <a:buFont typeface="Work Sans"/>
              <a:buChar char="○"/>
              <a:defRPr>
                <a:latin typeface="Work Sans"/>
                <a:ea typeface="Work Sans"/>
                <a:cs typeface="Work Sans"/>
                <a:sym typeface="Work Sans"/>
              </a:defRPr>
            </a:lvl8pPr>
            <a:lvl9pPr indent="-317500" lvl="8" marL="4114800" rtl="0" algn="ctr">
              <a:spcBef>
                <a:spcPts val="0"/>
              </a:spcBef>
              <a:spcAft>
                <a:spcPts val="0"/>
              </a:spcAft>
              <a:buSzPts val="1400"/>
              <a:buFont typeface="Work Sans"/>
              <a:buChar char="■"/>
              <a:defRPr>
                <a:latin typeface="Work Sans"/>
                <a:ea typeface="Work Sans"/>
                <a:cs typeface="Work Sans"/>
                <a:sym typeface="Work Sans"/>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50" name="Shape 50"/>
        <p:cNvGrpSpPr/>
        <p:nvPr/>
      </p:nvGrpSpPr>
      <p:grpSpPr>
        <a:xfrm>
          <a:off x="0" y="0"/>
          <a:ext cx="0" cy="0"/>
          <a:chOff x="0" y="0"/>
          <a:chExt cx="0" cy="0"/>
        </a:xfrm>
      </p:grpSpPr>
      <p:sp>
        <p:nvSpPr>
          <p:cNvPr id="51" name="Google Shape;51;p13"/>
          <p:cNvSpPr txBox="1"/>
          <p:nvPr>
            <p:ph idx="12" type="sldNum"/>
          </p:nvPr>
        </p:nvSpPr>
        <p:spPr>
          <a:xfrm>
            <a:off x="8576175" y="4767275"/>
            <a:ext cx="507000" cy="273900"/>
          </a:xfrm>
          <a:prstGeom prst="rect">
            <a:avLst/>
          </a:prstGeom>
          <a:noFill/>
          <a:ln>
            <a:noFill/>
          </a:ln>
        </p:spPr>
        <p:txBody>
          <a:bodyPr anchorCtr="0" anchor="ctr" bIns="17150" lIns="34300" spcFirstLastPara="1" rIns="34300" wrap="square" tIns="17150">
            <a:normAutofit/>
          </a:bodyPr>
          <a:lstStyle>
            <a:lvl1pPr indent="0" lvl="0" marL="0" marR="0" rtl="0" algn="r">
              <a:spcBef>
                <a:spcPts val="0"/>
              </a:spcBef>
              <a:buNone/>
              <a:defRPr b="0" i="0" sz="900" u="none" cap="none" strike="noStrike">
                <a:solidFill>
                  <a:srgbClr val="B9B9B9"/>
                </a:solidFill>
                <a:latin typeface="Calibri"/>
                <a:ea typeface="Calibri"/>
                <a:cs typeface="Calibri"/>
                <a:sym typeface="Calibri"/>
              </a:defRPr>
            </a:lvl1pPr>
            <a:lvl2pPr indent="0" lvl="1" marL="0" marR="0" rtl="0" algn="r">
              <a:spcBef>
                <a:spcPts val="0"/>
              </a:spcBef>
              <a:buNone/>
              <a:defRPr b="0" i="0" sz="900" u="none" cap="none" strike="noStrike">
                <a:solidFill>
                  <a:srgbClr val="B9B9B9"/>
                </a:solidFill>
                <a:latin typeface="Calibri"/>
                <a:ea typeface="Calibri"/>
                <a:cs typeface="Calibri"/>
                <a:sym typeface="Calibri"/>
              </a:defRPr>
            </a:lvl2pPr>
            <a:lvl3pPr indent="0" lvl="2" marL="0" marR="0" rtl="0" algn="r">
              <a:spcBef>
                <a:spcPts val="0"/>
              </a:spcBef>
              <a:buNone/>
              <a:defRPr b="0" i="0" sz="900" u="none" cap="none" strike="noStrike">
                <a:solidFill>
                  <a:srgbClr val="B9B9B9"/>
                </a:solidFill>
                <a:latin typeface="Calibri"/>
                <a:ea typeface="Calibri"/>
                <a:cs typeface="Calibri"/>
                <a:sym typeface="Calibri"/>
              </a:defRPr>
            </a:lvl3pPr>
            <a:lvl4pPr indent="0" lvl="3" marL="0" marR="0" rtl="0" algn="r">
              <a:spcBef>
                <a:spcPts val="0"/>
              </a:spcBef>
              <a:buNone/>
              <a:defRPr b="0" i="0" sz="900" u="none" cap="none" strike="noStrike">
                <a:solidFill>
                  <a:srgbClr val="B9B9B9"/>
                </a:solidFill>
                <a:latin typeface="Calibri"/>
                <a:ea typeface="Calibri"/>
                <a:cs typeface="Calibri"/>
                <a:sym typeface="Calibri"/>
              </a:defRPr>
            </a:lvl4pPr>
            <a:lvl5pPr indent="0" lvl="4" marL="0" marR="0" rtl="0" algn="r">
              <a:spcBef>
                <a:spcPts val="0"/>
              </a:spcBef>
              <a:buNone/>
              <a:defRPr b="0" i="0" sz="900" u="none" cap="none" strike="noStrike">
                <a:solidFill>
                  <a:srgbClr val="B9B9B9"/>
                </a:solidFill>
                <a:latin typeface="Calibri"/>
                <a:ea typeface="Calibri"/>
                <a:cs typeface="Calibri"/>
                <a:sym typeface="Calibri"/>
              </a:defRPr>
            </a:lvl5pPr>
            <a:lvl6pPr indent="0" lvl="5" marL="0" marR="0" rtl="0" algn="r">
              <a:spcBef>
                <a:spcPts val="0"/>
              </a:spcBef>
              <a:buNone/>
              <a:defRPr b="0" i="0" sz="900" u="none" cap="none" strike="noStrike">
                <a:solidFill>
                  <a:srgbClr val="B9B9B9"/>
                </a:solidFill>
                <a:latin typeface="Calibri"/>
                <a:ea typeface="Calibri"/>
                <a:cs typeface="Calibri"/>
                <a:sym typeface="Calibri"/>
              </a:defRPr>
            </a:lvl6pPr>
            <a:lvl7pPr indent="0" lvl="6" marL="0" marR="0" rtl="0" algn="r">
              <a:spcBef>
                <a:spcPts val="0"/>
              </a:spcBef>
              <a:buNone/>
              <a:defRPr b="0" i="0" sz="900" u="none" cap="none" strike="noStrike">
                <a:solidFill>
                  <a:srgbClr val="B9B9B9"/>
                </a:solidFill>
                <a:latin typeface="Calibri"/>
                <a:ea typeface="Calibri"/>
                <a:cs typeface="Calibri"/>
                <a:sym typeface="Calibri"/>
              </a:defRPr>
            </a:lvl7pPr>
            <a:lvl8pPr indent="0" lvl="7" marL="0" marR="0" rtl="0" algn="r">
              <a:spcBef>
                <a:spcPts val="0"/>
              </a:spcBef>
              <a:buNone/>
              <a:defRPr b="0" i="0" sz="900" u="none" cap="none" strike="noStrike">
                <a:solidFill>
                  <a:srgbClr val="B9B9B9"/>
                </a:solidFill>
                <a:latin typeface="Calibri"/>
                <a:ea typeface="Calibri"/>
                <a:cs typeface="Calibri"/>
                <a:sym typeface="Calibri"/>
              </a:defRPr>
            </a:lvl8pPr>
            <a:lvl9pPr indent="0" lvl="8" marL="0" marR="0" rtl="0" algn="r">
              <a:spcBef>
                <a:spcPts val="0"/>
              </a:spcBef>
              <a:buNone/>
              <a:defRPr b="0" i="0" sz="900" u="none" cap="none" strike="noStrike">
                <a:solidFill>
                  <a:srgbClr val="B9B9B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276" l="2280" r="55171" t="0"/>
          <a:stretch/>
        </p:blipFill>
        <p:spPr>
          <a:xfrm flipH="1" rot="10800000">
            <a:off x="0" y="1"/>
            <a:ext cx="3988900" cy="5143499"/>
          </a:xfrm>
          <a:prstGeom prst="rect">
            <a:avLst/>
          </a:prstGeom>
          <a:noFill/>
          <a:ln>
            <a:noFill/>
          </a:ln>
        </p:spPr>
      </p:pic>
      <p:pic>
        <p:nvPicPr>
          <p:cNvPr id="58" name="Google Shape;58;p15"/>
          <p:cNvPicPr preferRelativeResize="0"/>
          <p:nvPr/>
        </p:nvPicPr>
        <p:blipFill rotWithShape="1">
          <a:blip r:embed="rId2">
            <a:alphaModFix/>
          </a:blip>
          <a:srcRect b="2276" l="2278" r="6927" t="0"/>
          <a:stretch/>
        </p:blipFill>
        <p:spPr>
          <a:xfrm flipH="1" rot="10800000">
            <a:off x="602175" y="1"/>
            <a:ext cx="8512051" cy="5143499"/>
          </a:xfrm>
          <a:prstGeom prst="rect">
            <a:avLst/>
          </a:prstGeom>
          <a:noFill/>
          <a:ln>
            <a:noFill/>
          </a:ln>
        </p:spPr>
      </p:pic>
      <p:sp>
        <p:nvSpPr>
          <p:cNvPr id="59" name="Google Shape;59;p15"/>
          <p:cNvSpPr txBox="1"/>
          <p:nvPr>
            <p:ph type="ctrTitle"/>
          </p:nvPr>
        </p:nvSpPr>
        <p:spPr>
          <a:xfrm>
            <a:off x="311704" y="537875"/>
            <a:ext cx="4757100" cy="2259300"/>
          </a:xfrm>
          <a:prstGeom prst="rect">
            <a:avLst/>
          </a:prstGeom>
        </p:spPr>
        <p:txBody>
          <a:bodyPr anchorCtr="0" anchor="b" bIns="91425" lIns="91425" spcFirstLastPara="1" rIns="91425" wrap="square" tIns="91425">
            <a:normAutofit/>
          </a:bodyPr>
          <a:lstStyle>
            <a:lvl1pPr lvl="0" rtl="0">
              <a:spcBef>
                <a:spcPts val="0"/>
              </a:spcBef>
              <a:spcAft>
                <a:spcPts val="0"/>
              </a:spcAft>
              <a:buSzPts val="4300"/>
              <a:buFont typeface="Work Sans"/>
              <a:buNone/>
              <a:defRPr sz="4300">
                <a:latin typeface="Work Sans"/>
                <a:ea typeface="Work Sans"/>
                <a:cs typeface="Work Sans"/>
                <a:sym typeface="Work Sans"/>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60" name="Google Shape;60;p15"/>
          <p:cNvSpPr txBox="1"/>
          <p:nvPr>
            <p:ph idx="1" type="subTitle"/>
          </p:nvPr>
        </p:nvSpPr>
        <p:spPr>
          <a:xfrm>
            <a:off x="311700" y="2797175"/>
            <a:ext cx="4629600" cy="829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2400"/>
              <a:buFont typeface="Work Sans SemiBold"/>
              <a:buNone/>
              <a:defRPr sz="2400">
                <a:latin typeface="Work Sans SemiBold"/>
                <a:ea typeface="Work Sans SemiBold"/>
                <a:cs typeface="Work Sans SemiBold"/>
                <a:sym typeface="Work Sans SemiBold"/>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b="2044" l="8853" r="5603" t="12404"/>
          <a:stretch/>
        </p:blipFill>
        <p:spPr>
          <a:xfrm>
            <a:off x="0" y="0"/>
            <a:ext cx="9144003" cy="5143501"/>
          </a:xfrm>
          <a:prstGeom prst="rect">
            <a:avLst/>
          </a:prstGeom>
          <a:noFill/>
          <a:ln>
            <a:noFill/>
          </a:ln>
        </p:spPr>
      </p:pic>
      <p:sp>
        <p:nvSpPr>
          <p:cNvPr id="63" name="Google Shape;63;p16"/>
          <p:cNvSpPr txBox="1"/>
          <p:nvPr>
            <p:ph type="title"/>
          </p:nvPr>
        </p:nvSpPr>
        <p:spPr>
          <a:xfrm>
            <a:off x="311700" y="1390950"/>
            <a:ext cx="4647300" cy="2630700"/>
          </a:xfrm>
          <a:prstGeom prst="rect">
            <a:avLst/>
          </a:prstGeom>
        </p:spPr>
        <p:txBody>
          <a:bodyPr anchorCtr="0" anchor="ctr" bIns="91425" lIns="91425" spcFirstLastPara="1" rIns="91425" wrap="square" tIns="91425">
            <a:normAutofit/>
          </a:bodyPr>
          <a:lstStyle>
            <a:lvl1pPr lvl="0" rtl="0">
              <a:spcBef>
                <a:spcPts val="0"/>
              </a:spcBef>
              <a:spcAft>
                <a:spcPts val="0"/>
              </a:spcAft>
              <a:buSzPts val="4200"/>
              <a:buFont typeface="Work Sans Light"/>
              <a:buNone/>
              <a:defRPr sz="4200">
                <a:latin typeface="Work Sans Light"/>
                <a:ea typeface="Work Sans Light"/>
                <a:cs typeface="Work Sans Light"/>
                <a:sym typeface="Work Sans Light"/>
              </a:defRPr>
            </a:lvl1pPr>
            <a:lvl2pPr lvl="1" rtl="0" algn="ctr">
              <a:spcBef>
                <a:spcPts val="0"/>
              </a:spcBef>
              <a:spcAft>
                <a:spcPts val="0"/>
              </a:spcAft>
              <a:buSzPts val="4200"/>
              <a:buFont typeface="Open Sans"/>
              <a:buNone/>
              <a:defRPr sz="4200">
                <a:latin typeface="Open Sans"/>
                <a:ea typeface="Open Sans"/>
                <a:cs typeface="Open Sans"/>
                <a:sym typeface="Open Sans"/>
              </a:defRPr>
            </a:lvl2pPr>
            <a:lvl3pPr lvl="2" rtl="0" algn="ctr">
              <a:spcBef>
                <a:spcPts val="0"/>
              </a:spcBef>
              <a:spcAft>
                <a:spcPts val="0"/>
              </a:spcAft>
              <a:buSzPts val="4200"/>
              <a:buFont typeface="Open Sans"/>
              <a:buNone/>
              <a:defRPr sz="4200">
                <a:latin typeface="Open Sans"/>
                <a:ea typeface="Open Sans"/>
                <a:cs typeface="Open Sans"/>
                <a:sym typeface="Open Sans"/>
              </a:defRPr>
            </a:lvl3pPr>
            <a:lvl4pPr lvl="3" rtl="0" algn="ctr">
              <a:spcBef>
                <a:spcPts val="0"/>
              </a:spcBef>
              <a:spcAft>
                <a:spcPts val="0"/>
              </a:spcAft>
              <a:buSzPts val="4200"/>
              <a:buFont typeface="Open Sans"/>
              <a:buNone/>
              <a:defRPr sz="4200">
                <a:latin typeface="Open Sans"/>
                <a:ea typeface="Open Sans"/>
                <a:cs typeface="Open Sans"/>
                <a:sym typeface="Open Sans"/>
              </a:defRPr>
            </a:lvl4pPr>
            <a:lvl5pPr lvl="4" rtl="0" algn="ctr">
              <a:spcBef>
                <a:spcPts val="0"/>
              </a:spcBef>
              <a:spcAft>
                <a:spcPts val="0"/>
              </a:spcAft>
              <a:buSzPts val="4200"/>
              <a:buFont typeface="Open Sans"/>
              <a:buNone/>
              <a:defRPr sz="4200">
                <a:latin typeface="Open Sans"/>
                <a:ea typeface="Open Sans"/>
                <a:cs typeface="Open Sans"/>
                <a:sym typeface="Open Sans"/>
              </a:defRPr>
            </a:lvl5pPr>
            <a:lvl6pPr lvl="5" rtl="0" algn="ctr">
              <a:spcBef>
                <a:spcPts val="0"/>
              </a:spcBef>
              <a:spcAft>
                <a:spcPts val="0"/>
              </a:spcAft>
              <a:buSzPts val="4200"/>
              <a:buFont typeface="Open Sans"/>
              <a:buNone/>
              <a:defRPr sz="4200">
                <a:latin typeface="Open Sans"/>
                <a:ea typeface="Open Sans"/>
                <a:cs typeface="Open Sans"/>
                <a:sym typeface="Open Sans"/>
              </a:defRPr>
            </a:lvl6pPr>
            <a:lvl7pPr lvl="6" rtl="0" algn="ctr">
              <a:spcBef>
                <a:spcPts val="0"/>
              </a:spcBef>
              <a:spcAft>
                <a:spcPts val="0"/>
              </a:spcAft>
              <a:buSzPts val="4200"/>
              <a:buFont typeface="Open Sans"/>
              <a:buNone/>
              <a:defRPr sz="4200">
                <a:latin typeface="Open Sans"/>
                <a:ea typeface="Open Sans"/>
                <a:cs typeface="Open Sans"/>
                <a:sym typeface="Open Sans"/>
              </a:defRPr>
            </a:lvl7pPr>
            <a:lvl8pPr lvl="7" rtl="0" algn="ctr">
              <a:spcBef>
                <a:spcPts val="0"/>
              </a:spcBef>
              <a:spcAft>
                <a:spcPts val="0"/>
              </a:spcAft>
              <a:buSzPts val="4200"/>
              <a:buFont typeface="Open Sans"/>
              <a:buNone/>
              <a:defRPr sz="4200">
                <a:latin typeface="Open Sans"/>
                <a:ea typeface="Open Sans"/>
                <a:cs typeface="Open Sans"/>
                <a:sym typeface="Open Sans"/>
              </a:defRPr>
            </a:lvl8pPr>
            <a:lvl9pPr lvl="8" rtl="0" algn="ctr">
              <a:spcBef>
                <a:spcPts val="0"/>
              </a:spcBef>
              <a:spcAft>
                <a:spcPts val="0"/>
              </a:spcAft>
              <a:buSzPts val="4200"/>
              <a:buFont typeface="Open Sans"/>
              <a:buNone/>
              <a:defRPr sz="4200">
                <a:latin typeface="Open Sans"/>
                <a:ea typeface="Open Sans"/>
                <a:cs typeface="Open Sans"/>
                <a:sym typeface="Open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Work Sans"/>
              <a:buChar char="●"/>
              <a:defRPr>
                <a:latin typeface="Work Sans"/>
                <a:ea typeface="Work Sans"/>
                <a:cs typeface="Work Sans"/>
                <a:sym typeface="Work Sans"/>
              </a:defRPr>
            </a:lvl1pPr>
            <a:lvl2pPr indent="-317500" lvl="1" marL="914400" rtl="0">
              <a:spcBef>
                <a:spcPts val="0"/>
              </a:spcBef>
              <a:spcAft>
                <a:spcPts val="0"/>
              </a:spcAft>
              <a:buSzPts val="1400"/>
              <a:buFont typeface="Work Sans"/>
              <a:buChar char="○"/>
              <a:defRPr>
                <a:latin typeface="Work Sans"/>
                <a:ea typeface="Work Sans"/>
                <a:cs typeface="Work Sans"/>
                <a:sym typeface="Work Sans"/>
              </a:defRPr>
            </a:lvl2pPr>
            <a:lvl3pPr indent="-317500" lvl="2" marL="1371600" rtl="0">
              <a:spcBef>
                <a:spcPts val="0"/>
              </a:spcBef>
              <a:spcAft>
                <a:spcPts val="0"/>
              </a:spcAft>
              <a:buSzPts val="1400"/>
              <a:buFont typeface="Work Sans"/>
              <a:buChar char="■"/>
              <a:defRPr>
                <a:latin typeface="Work Sans"/>
                <a:ea typeface="Work Sans"/>
                <a:cs typeface="Work Sans"/>
                <a:sym typeface="Work Sans"/>
              </a:defRPr>
            </a:lvl3pPr>
            <a:lvl4pPr indent="-317500" lvl="3" marL="1828800" rtl="0">
              <a:spcBef>
                <a:spcPts val="0"/>
              </a:spcBef>
              <a:spcAft>
                <a:spcPts val="0"/>
              </a:spcAft>
              <a:buSzPts val="1400"/>
              <a:buFont typeface="Work Sans"/>
              <a:buChar char="●"/>
              <a:defRPr>
                <a:latin typeface="Work Sans"/>
                <a:ea typeface="Work Sans"/>
                <a:cs typeface="Work Sans"/>
                <a:sym typeface="Work Sans"/>
              </a:defRPr>
            </a:lvl4pPr>
            <a:lvl5pPr indent="-317500" lvl="4" marL="2286000" rtl="0">
              <a:spcBef>
                <a:spcPts val="0"/>
              </a:spcBef>
              <a:spcAft>
                <a:spcPts val="0"/>
              </a:spcAft>
              <a:buSzPts val="1400"/>
              <a:buFont typeface="Work Sans"/>
              <a:buChar char="○"/>
              <a:defRPr>
                <a:latin typeface="Work Sans"/>
                <a:ea typeface="Work Sans"/>
                <a:cs typeface="Work Sans"/>
                <a:sym typeface="Work Sans"/>
              </a:defRPr>
            </a:lvl5pPr>
            <a:lvl6pPr indent="-317500" lvl="5" marL="2743200" rtl="0">
              <a:spcBef>
                <a:spcPts val="0"/>
              </a:spcBef>
              <a:spcAft>
                <a:spcPts val="0"/>
              </a:spcAft>
              <a:buSzPts val="1400"/>
              <a:buFont typeface="Work Sans"/>
              <a:buChar char="■"/>
              <a:defRPr>
                <a:latin typeface="Work Sans"/>
                <a:ea typeface="Work Sans"/>
                <a:cs typeface="Work Sans"/>
                <a:sym typeface="Work Sans"/>
              </a:defRPr>
            </a:lvl6pPr>
            <a:lvl7pPr indent="-317500" lvl="6" marL="3200400" rtl="0">
              <a:spcBef>
                <a:spcPts val="0"/>
              </a:spcBef>
              <a:spcAft>
                <a:spcPts val="0"/>
              </a:spcAft>
              <a:buSzPts val="1400"/>
              <a:buFont typeface="Work Sans"/>
              <a:buChar char="●"/>
              <a:defRPr>
                <a:latin typeface="Work Sans"/>
                <a:ea typeface="Work Sans"/>
                <a:cs typeface="Work Sans"/>
                <a:sym typeface="Work Sans"/>
              </a:defRPr>
            </a:lvl7pPr>
            <a:lvl8pPr indent="-317500" lvl="7" marL="3657600" rtl="0">
              <a:spcBef>
                <a:spcPts val="0"/>
              </a:spcBef>
              <a:spcAft>
                <a:spcPts val="0"/>
              </a:spcAft>
              <a:buSzPts val="1400"/>
              <a:buFont typeface="Work Sans"/>
              <a:buChar char="○"/>
              <a:defRPr>
                <a:latin typeface="Work Sans"/>
                <a:ea typeface="Work Sans"/>
                <a:cs typeface="Work Sans"/>
                <a:sym typeface="Work Sans"/>
              </a:defRPr>
            </a:lvl8pPr>
            <a:lvl9pPr indent="-317500" lvl="8" marL="4114800" rtl="0">
              <a:spcBef>
                <a:spcPts val="0"/>
              </a:spcBef>
              <a:spcAft>
                <a:spcPts val="0"/>
              </a:spcAft>
              <a:buSzPts val="1400"/>
              <a:buFont typeface="Work Sans"/>
              <a:buChar char="■"/>
              <a:defRPr>
                <a:latin typeface="Work Sans"/>
                <a:ea typeface="Work Sans"/>
                <a:cs typeface="Work Sans"/>
                <a:sym typeface="Work Sans"/>
              </a:defRPr>
            </a:lvl9pPr>
          </a:lstStyle>
          <a:p/>
        </p:txBody>
      </p:sp>
      <p:sp>
        <p:nvSpPr>
          <p:cNvPr id="66" name="Google Shape;66;p17"/>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7"/>
          <p:cNvPicPr preferRelativeResize="0"/>
          <p:nvPr/>
        </p:nvPicPr>
        <p:blipFill>
          <a:blip r:embed="rId2">
            <a:alphaModFix/>
          </a:blip>
          <a:stretch>
            <a:fillRect/>
          </a:stretch>
        </p:blipFill>
        <p:spPr>
          <a:xfrm>
            <a:off x="233650" y="4870150"/>
            <a:ext cx="653800" cy="153000"/>
          </a:xfrm>
          <a:prstGeom prst="rect">
            <a:avLst/>
          </a:prstGeom>
          <a:noFill/>
          <a:ln>
            <a:noFill/>
          </a:ln>
        </p:spPr>
      </p:pic>
      <p:sp>
        <p:nvSpPr>
          <p:cNvPr id="68" name="Google Shape;68;p17"/>
          <p:cNvSpPr txBox="1"/>
          <p:nvPr>
            <p:ph type="title"/>
          </p:nvPr>
        </p:nvSpPr>
        <p:spPr>
          <a:xfrm>
            <a:off x="311700" y="368825"/>
            <a:ext cx="8520600" cy="572700"/>
          </a:xfrm>
          <a:prstGeom prst="rect">
            <a:avLst/>
          </a:prstGeom>
        </p:spPr>
        <p:txBody>
          <a:bodyPr anchorCtr="0" anchor="t" bIns="0" lIns="0" spcFirstLastPara="1" rIns="0" wrap="square" tIns="0">
            <a:normAutofit/>
          </a:bodyPr>
          <a:lstStyle>
            <a:lvl1pPr lvl="0" rtl="0">
              <a:spcBef>
                <a:spcPts val="0"/>
              </a:spcBef>
              <a:spcAft>
                <a:spcPts val="0"/>
              </a:spcAft>
              <a:buClr>
                <a:schemeClr val="accent1"/>
              </a:buClr>
              <a:buSzPts val="2800"/>
              <a:buFont typeface="Work Sans"/>
              <a:buNone/>
              <a:defRPr>
                <a:solidFill>
                  <a:schemeClr val="accent1"/>
                </a:solidFill>
                <a:latin typeface="Work Sans"/>
                <a:ea typeface="Work Sans"/>
                <a:cs typeface="Work Sans"/>
                <a:sym typeface="Work Sans"/>
              </a:defRPr>
            </a:lvl1pPr>
            <a:lvl2pPr lvl="1" rtl="0">
              <a:spcBef>
                <a:spcPts val="0"/>
              </a:spcBef>
              <a:spcAft>
                <a:spcPts val="0"/>
              </a:spcAft>
              <a:buClr>
                <a:schemeClr val="accent1"/>
              </a:buClr>
              <a:buSzPts val="2800"/>
              <a:buNone/>
              <a:defRPr>
                <a:solidFill>
                  <a:schemeClr val="accent1"/>
                </a:solidFill>
              </a:defRPr>
            </a:lvl2pPr>
            <a:lvl3pPr lvl="2" rtl="0">
              <a:spcBef>
                <a:spcPts val="0"/>
              </a:spcBef>
              <a:spcAft>
                <a:spcPts val="0"/>
              </a:spcAft>
              <a:buClr>
                <a:schemeClr val="accent1"/>
              </a:buClr>
              <a:buSzPts val="2800"/>
              <a:buNone/>
              <a:defRPr>
                <a:solidFill>
                  <a:schemeClr val="accent1"/>
                </a:solidFill>
              </a:defRPr>
            </a:lvl3pPr>
            <a:lvl4pPr lvl="3" rtl="0">
              <a:spcBef>
                <a:spcPts val="0"/>
              </a:spcBef>
              <a:spcAft>
                <a:spcPts val="0"/>
              </a:spcAft>
              <a:buClr>
                <a:schemeClr val="accent1"/>
              </a:buClr>
              <a:buSzPts val="2800"/>
              <a:buNone/>
              <a:defRPr>
                <a:solidFill>
                  <a:schemeClr val="accent1"/>
                </a:solidFill>
              </a:defRPr>
            </a:lvl4pPr>
            <a:lvl5pPr lvl="4" rtl="0">
              <a:spcBef>
                <a:spcPts val="0"/>
              </a:spcBef>
              <a:spcAft>
                <a:spcPts val="0"/>
              </a:spcAft>
              <a:buClr>
                <a:schemeClr val="accent1"/>
              </a:buClr>
              <a:buSzPts val="2800"/>
              <a:buNone/>
              <a:defRPr>
                <a:solidFill>
                  <a:schemeClr val="accent1"/>
                </a:solidFill>
              </a:defRPr>
            </a:lvl5pPr>
            <a:lvl6pPr lvl="5" rtl="0">
              <a:spcBef>
                <a:spcPts val="0"/>
              </a:spcBef>
              <a:spcAft>
                <a:spcPts val="0"/>
              </a:spcAft>
              <a:buClr>
                <a:schemeClr val="accent1"/>
              </a:buClr>
              <a:buSzPts val="2800"/>
              <a:buNone/>
              <a:defRPr>
                <a:solidFill>
                  <a:schemeClr val="accent1"/>
                </a:solidFill>
              </a:defRPr>
            </a:lvl6pPr>
            <a:lvl7pPr lvl="6" rtl="0">
              <a:spcBef>
                <a:spcPts val="0"/>
              </a:spcBef>
              <a:spcAft>
                <a:spcPts val="0"/>
              </a:spcAft>
              <a:buClr>
                <a:schemeClr val="accent1"/>
              </a:buClr>
              <a:buSzPts val="2800"/>
              <a:buNone/>
              <a:defRPr>
                <a:solidFill>
                  <a:schemeClr val="accent1"/>
                </a:solidFill>
              </a:defRPr>
            </a:lvl7pPr>
            <a:lvl8pPr lvl="7" rtl="0">
              <a:spcBef>
                <a:spcPts val="0"/>
              </a:spcBef>
              <a:spcAft>
                <a:spcPts val="0"/>
              </a:spcAft>
              <a:buClr>
                <a:schemeClr val="accent1"/>
              </a:buClr>
              <a:buSzPts val="2800"/>
              <a:buNone/>
              <a:defRPr>
                <a:solidFill>
                  <a:schemeClr val="accent1"/>
                </a:solidFill>
              </a:defRPr>
            </a:lvl8pPr>
            <a:lvl9pPr lvl="8" rtl="0">
              <a:spcBef>
                <a:spcPts val="0"/>
              </a:spcBef>
              <a:spcAft>
                <a:spcPts val="0"/>
              </a:spcAft>
              <a:buClr>
                <a:schemeClr val="accent1"/>
              </a:buClr>
              <a:buSzPts val="2800"/>
              <a:buNone/>
              <a:defRPr>
                <a:solidFill>
                  <a:schemeClr val="accen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Font typeface="Work Sans"/>
              <a:buChar char="●"/>
              <a:defRPr sz="14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71" name="Google Shape;71;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Font typeface="Work Sans"/>
              <a:buChar char="●"/>
              <a:defRPr sz="14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72" name="Google Shape;72;p18"/>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3" name="Google Shape;73;p18"/>
          <p:cNvPicPr preferRelativeResize="0"/>
          <p:nvPr/>
        </p:nvPicPr>
        <p:blipFill>
          <a:blip r:embed="rId2">
            <a:alphaModFix/>
          </a:blip>
          <a:stretch>
            <a:fillRect/>
          </a:stretch>
        </p:blipFill>
        <p:spPr>
          <a:xfrm>
            <a:off x="233650" y="4870150"/>
            <a:ext cx="653800" cy="153000"/>
          </a:xfrm>
          <a:prstGeom prst="rect">
            <a:avLst/>
          </a:prstGeom>
          <a:noFill/>
          <a:ln>
            <a:noFill/>
          </a:ln>
        </p:spPr>
      </p:pic>
      <p:sp>
        <p:nvSpPr>
          <p:cNvPr id="74" name="Google Shape;74;p18"/>
          <p:cNvSpPr txBox="1"/>
          <p:nvPr>
            <p:ph type="title"/>
          </p:nvPr>
        </p:nvSpPr>
        <p:spPr>
          <a:xfrm>
            <a:off x="311700" y="368825"/>
            <a:ext cx="8520600" cy="572700"/>
          </a:xfrm>
          <a:prstGeom prst="rect">
            <a:avLst/>
          </a:prstGeom>
        </p:spPr>
        <p:txBody>
          <a:bodyPr anchorCtr="0" anchor="t" bIns="0" lIns="0" spcFirstLastPara="1" rIns="0" wrap="square" tIns="0">
            <a:normAutofit/>
          </a:bodyPr>
          <a:lstStyle>
            <a:lvl1pPr lvl="0" rtl="0">
              <a:spcBef>
                <a:spcPts val="0"/>
              </a:spcBef>
              <a:spcAft>
                <a:spcPts val="0"/>
              </a:spcAft>
              <a:buClr>
                <a:schemeClr val="accent1"/>
              </a:buClr>
              <a:buSzPts val="2800"/>
              <a:buFont typeface="Work Sans"/>
              <a:buNone/>
              <a:defRPr>
                <a:solidFill>
                  <a:schemeClr val="accent1"/>
                </a:solidFill>
                <a:latin typeface="Work Sans"/>
                <a:ea typeface="Work Sans"/>
                <a:cs typeface="Work Sans"/>
                <a:sym typeface="Work Sans"/>
              </a:defRPr>
            </a:lvl1pPr>
            <a:lvl2pPr lvl="1" rtl="0">
              <a:spcBef>
                <a:spcPts val="0"/>
              </a:spcBef>
              <a:spcAft>
                <a:spcPts val="0"/>
              </a:spcAft>
              <a:buClr>
                <a:schemeClr val="accent1"/>
              </a:buClr>
              <a:buSzPts val="2800"/>
              <a:buNone/>
              <a:defRPr>
                <a:solidFill>
                  <a:schemeClr val="accent1"/>
                </a:solidFill>
              </a:defRPr>
            </a:lvl2pPr>
            <a:lvl3pPr lvl="2" rtl="0">
              <a:spcBef>
                <a:spcPts val="0"/>
              </a:spcBef>
              <a:spcAft>
                <a:spcPts val="0"/>
              </a:spcAft>
              <a:buClr>
                <a:schemeClr val="accent1"/>
              </a:buClr>
              <a:buSzPts val="2800"/>
              <a:buNone/>
              <a:defRPr>
                <a:solidFill>
                  <a:schemeClr val="accent1"/>
                </a:solidFill>
              </a:defRPr>
            </a:lvl3pPr>
            <a:lvl4pPr lvl="3" rtl="0">
              <a:spcBef>
                <a:spcPts val="0"/>
              </a:spcBef>
              <a:spcAft>
                <a:spcPts val="0"/>
              </a:spcAft>
              <a:buClr>
                <a:schemeClr val="accent1"/>
              </a:buClr>
              <a:buSzPts val="2800"/>
              <a:buNone/>
              <a:defRPr>
                <a:solidFill>
                  <a:schemeClr val="accent1"/>
                </a:solidFill>
              </a:defRPr>
            </a:lvl4pPr>
            <a:lvl5pPr lvl="4" rtl="0">
              <a:spcBef>
                <a:spcPts val="0"/>
              </a:spcBef>
              <a:spcAft>
                <a:spcPts val="0"/>
              </a:spcAft>
              <a:buClr>
                <a:schemeClr val="accent1"/>
              </a:buClr>
              <a:buSzPts val="2800"/>
              <a:buNone/>
              <a:defRPr>
                <a:solidFill>
                  <a:schemeClr val="accent1"/>
                </a:solidFill>
              </a:defRPr>
            </a:lvl5pPr>
            <a:lvl6pPr lvl="5" rtl="0">
              <a:spcBef>
                <a:spcPts val="0"/>
              </a:spcBef>
              <a:spcAft>
                <a:spcPts val="0"/>
              </a:spcAft>
              <a:buClr>
                <a:schemeClr val="accent1"/>
              </a:buClr>
              <a:buSzPts val="2800"/>
              <a:buNone/>
              <a:defRPr>
                <a:solidFill>
                  <a:schemeClr val="accent1"/>
                </a:solidFill>
              </a:defRPr>
            </a:lvl6pPr>
            <a:lvl7pPr lvl="6" rtl="0">
              <a:spcBef>
                <a:spcPts val="0"/>
              </a:spcBef>
              <a:spcAft>
                <a:spcPts val="0"/>
              </a:spcAft>
              <a:buClr>
                <a:schemeClr val="accent1"/>
              </a:buClr>
              <a:buSzPts val="2800"/>
              <a:buNone/>
              <a:defRPr>
                <a:solidFill>
                  <a:schemeClr val="accent1"/>
                </a:solidFill>
              </a:defRPr>
            </a:lvl7pPr>
            <a:lvl8pPr lvl="7" rtl="0">
              <a:spcBef>
                <a:spcPts val="0"/>
              </a:spcBef>
              <a:spcAft>
                <a:spcPts val="0"/>
              </a:spcAft>
              <a:buClr>
                <a:schemeClr val="accent1"/>
              </a:buClr>
              <a:buSzPts val="2800"/>
              <a:buNone/>
              <a:defRPr>
                <a:solidFill>
                  <a:schemeClr val="accent1"/>
                </a:solidFill>
              </a:defRPr>
            </a:lvl8pPr>
            <a:lvl9pPr lvl="8" rtl="0">
              <a:spcBef>
                <a:spcPts val="0"/>
              </a:spcBef>
              <a:spcAft>
                <a:spcPts val="0"/>
              </a:spcAft>
              <a:buClr>
                <a:schemeClr val="accent1"/>
              </a:buClr>
              <a:buSzPts val="2800"/>
              <a:buNone/>
              <a:defRPr>
                <a:solidFill>
                  <a:schemeClr val="accen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368825"/>
            <a:ext cx="8520600" cy="572700"/>
          </a:xfrm>
          <a:prstGeom prst="rect">
            <a:avLst/>
          </a:prstGeom>
        </p:spPr>
        <p:txBody>
          <a:bodyPr anchorCtr="0" anchor="t" bIns="0" lIns="0" spcFirstLastPara="1" rIns="0" wrap="square" tIns="0">
            <a:normAutofit/>
          </a:bodyPr>
          <a:lstStyle>
            <a:lvl1pPr lvl="0" rtl="0">
              <a:spcBef>
                <a:spcPts val="0"/>
              </a:spcBef>
              <a:spcAft>
                <a:spcPts val="0"/>
              </a:spcAft>
              <a:buClr>
                <a:schemeClr val="accent1"/>
              </a:buClr>
              <a:buSzPts val="2800"/>
              <a:buFont typeface="Work Sans"/>
              <a:buNone/>
              <a:defRPr>
                <a:solidFill>
                  <a:schemeClr val="accent1"/>
                </a:solidFill>
                <a:latin typeface="Work Sans"/>
                <a:ea typeface="Work Sans"/>
                <a:cs typeface="Work Sans"/>
                <a:sym typeface="Work Sans"/>
              </a:defRPr>
            </a:lvl1pPr>
            <a:lvl2pPr lvl="1" rtl="0">
              <a:spcBef>
                <a:spcPts val="0"/>
              </a:spcBef>
              <a:spcAft>
                <a:spcPts val="0"/>
              </a:spcAft>
              <a:buClr>
                <a:schemeClr val="accent1"/>
              </a:buClr>
              <a:buSzPts val="2800"/>
              <a:buNone/>
              <a:defRPr>
                <a:solidFill>
                  <a:schemeClr val="accent1"/>
                </a:solidFill>
              </a:defRPr>
            </a:lvl2pPr>
            <a:lvl3pPr lvl="2" rtl="0">
              <a:spcBef>
                <a:spcPts val="0"/>
              </a:spcBef>
              <a:spcAft>
                <a:spcPts val="0"/>
              </a:spcAft>
              <a:buClr>
                <a:schemeClr val="accent1"/>
              </a:buClr>
              <a:buSzPts val="2800"/>
              <a:buNone/>
              <a:defRPr>
                <a:solidFill>
                  <a:schemeClr val="accent1"/>
                </a:solidFill>
              </a:defRPr>
            </a:lvl3pPr>
            <a:lvl4pPr lvl="3" rtl="0">
              <a:spcBef>
                <a:spcPts val="0"/>
              </a:spcBef>
              <a:spcAft>
                <a:spcPts val="0"/>
              </a:spcAft>
              <a:buClr>
                <a:schemeClr val="accent1"/>
              </a:buClr>
              <a:buSzPts val="2800"/>
              <a:buNone/>
              <a:defRPr>
                <a:solidFill>
                  <a:schemeClr val="accent1"/>
                </a:solidFill>
              </a:defRPr>
            </a:lvl4pPr>
            <a:lvl5pPr lvl="4" rtl="0">
              <a:spcBef>
                <a:spcPts val="0"/>
              </a:spcBef>
              <a:spcAft>
                <a:spcPts val="0"/>
              </a:spcAft>
              <a:buClr>
                <a:schemeClr val="accent1"/>
              </a:buClr>
              <a:buSzPts val="2800"/>
              <a:buNone/>
              <a:defRPr>
                <a:solidFill>
                  <a:schemeClr val="accent1"/>
                </a:solidFill>
              </a:defRPr>
            </a:lvl5pPr>
            <a:lvl6pPr lvl="5" rtl="0">
              <a:spcBef>
                <a:spcPts val="0"/>
              </a:spcBef>
              <a:spcAft>
                <a:spcPts val="0"/>
              </a:spcAft>
              <a:buClr>
                <a:schemeClr val="accent1"/>
              </a:buClr>
              <a:buSzPts val="2800"/>
              <a:buNone/>
              <a:defRPr>
                <a:solidFill>
                  <a:schemeClr val="accent1"/>
                </a:solidFill>
              </a:defRPr>
            </a:lvl6pPr>
            <a:lvl7pPr lvl="6" rtl="0">
              <a:spcBef>
                <a:spcPts val="0"/>
              </a:spcBef>
              <a:spcAft>
                <a:spcPts val="0"/>
              </a:spcAft>
              <a:buClr>
                <a:schemeClr val="accent1"/>
              </a:buClr>
              <a:buSzPts val="2800"/>
              <a:buNone/>
              <a:defRPr>
                <a:solidFill>
                  <a:schemeClr val="accent1"/>
                </a:solidFill>
              </a:defRPr>
            </a:lvl7pPr>
            <a:lvl8pPr lvl="7" rtl="0">
              <a:spcBef>
                <a:spcPts val="0"/>
              </a:spcBef>
              <a:spcAft>
                <a:spcPts val="0"/>
              </a:spcAft>
              <a:buClr>
                <a:schemeClr val="accent1"/>
              </a:buClr>
              <a:buSzPts val="2800"/>
              <a:buNone/>
              <a:defRPr>
                <a:solidFill>
                  <a:schemeClr val="accent1"/>
                </a:solidFill>
              </a:defRPr>
            </a:lvl8pPr>
            <a:lvl9pPr lvl="8" rtl="0">
              <a:spcBef>
                <a:spcPts val="0"/>
              </a:spcBef>
              <a:spcAft>
                <a:spcPts val="0"/>
              </a:spcAft>
              <a:buClr>
                <a:schemeClr val="accent1"/>
              </a:buClr>
              <a:buSzPts val="2800"/>
              <a:buNone/>
              <a:defRPr>
                <a:solidFill>
                  <a:schemeClr val="accent1"/>
                </a:solidFill>
              </a:defRPr>
            </a:lvl9pPr>
          </a:lstStyle>
          <a:p/>
        </p:txBody>
      </p:sp>
      <p:sp>
        <p:nvSpPr>
          <p:cNvPr id="77" name="Google Shape;77;p19"/>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8" name="Google Shape;78;p19"/>
          <p:cNvPicPr preferRelativeResize="0"/>
          <p:nvPr/>
        </p:nvPicPr>
        <p:blipFill>
          <a:blip r:embed="rId2">
            <a:alphaModFix/>
          </a:blip>
          <a:stretch>
            <a:fillRect/>
          </a:stretch>
        </p:blipFill>
        <p:spPr>
          <a:xfrm>
            <a:off x="233650" y="4870150"/>
            <a:ext cx="653800" cy="153000"/>
          </a:xfrm>
          <a:prstGeom prst="rect">
            <a:avLst/>
          </a:prstGeom>
          <a:noFill/>
          <a:ln>
            <a:noFill/>
          </a:ln>
        </p:spPr>
      </p:pic>
      <p:pic>
        <p:nvPicPr>
          <p:cNvPr id="79" name="Google Shape;79;p19"/>
          <p:cNvPicPr preferRelativeResize="0"/>
          <p:nvPr/>
        </p:nvPicPr>
        <p:blipFill rotWithShape="1">
          <a:blip r:embed="rId3">
            <a:alphaModFix/>
          </a:blip>
          <a:srcRect b="0" l="0" r="37099" t="42233"/>
          <a:stretch/>
        </p:blipFill>
        <p:spPr>
          <a:xfrm>
            <a:off x="7564250" y="0"/>
            <a:ext cx="1579750" cy="115112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20"/>
          <p:cNvSpPr txBox="1"/>
          <p:nvPr>
            <p:ph type="title"/>
          </p:nvPr>
        </p:nvSpPr>
        <p:spPr>
          <a:xfrm>
            <a:off x="311700" y="555600"/>
            <a:ext cx="2808000" cy="755700"/>
          </a:xfrm>
          <a:prstGeom prst="rect">
            <a:avLst/>
          </a:prstGeom>
        </p:spPr>
        <p:txBody>
          <a:bodyPr anchorCtr="0" anchor="b" bIns="0" lIns="0" spcFirstLastPara="1" rIns="0" wrap="square" tIns="0">
            <a:normAutofit/>
          </a:bodyPr>
          <a:lstStyle>
            <a:lvl1pPr lvl="0" rtl="0">
              <a:spcBef>
                <a:spcPts val="0"/>
              </a:spcBef>
              <a:spcAft>
                <a:spcPts val="0"/>
              </a:spcAft>
              <a:buSzPts val="2400"/>
              <a:buFont typeface="Work Sans"/>
              <a:buNone/>
              <a:defRPr sz="2400">
                <a:latin typeface="Work Sans"/>
                <a:ea typeface="Work Sans"/>
                <a:cs typeface="Work Sans"/>
                <a:sym typeface="Work Sans"/>
              </a:defRPr>
            </a:lvl1pPr>
            <a:lvl2pPr lvl="1" rtl="0">
              <a:spcBef>
                <a:spcPts val="0"/>
              </a:spcBef>
              <a:spcAft>
                <a:spcPts val="0"/>
              </a:spcAft>
              <a:buSzPts val="2400"/>
              <a:buFont typeface="Work Sans"/>
              <a:buNone/>
              <a:defRPr sz="2400">
                <a:latin typeface="Work Sans"/>
                <a:ea typeface="Work Sans"/>
                <a:cs typeface="Work Sans"/>
                <a:sym typeface="Work Sans"/>
              </a:defRPr>
            </a:lvl2pPr>
            <a:lvl3pPr lvl="2" rtl="0">
              <a:spcBef>
                <a:spcPts val="0"/>
              </a:spcBef>
              <a:spcAft>
                <a:spcPts val="0"/>
              </a:spcAft>
              <a:buSzPts val="2400"/>
              <a:buFont typeface="Work Sans"/>
              <a:buNone/>
              <a:defRPr sz="2400">
                <a:latin typeface="Work Sans"/>
                <a:ea typeface="Work Sans"/>
                <a:cs typeface="Work Sans"/>
                <a:sym typeface="Work Sans"/>
              </a:defRPr>
            </a:lvl3pPr>
            <a:lvl4pPr lvl="3" rtl="0">
              <a:spcBef>
                <a:spcPts val="0"/>
              </a:spcBef>
              <a:spcAft>
                <a:spcPts val="0"/>
              </a:spcAft>
              <a:buSzPts val="2400"/>
              <a:buFont typeface="Work Sans"/>
              <a:buNone/>
              <a:defRPr sz="2400">
                <a:latin typeface="Work Sans"/>
                <a:ea typeface="Work Sans"/>
                <a:cs typeface="Work Sans"/>
                <a:sym typeface="Work Sans"/>
              </a:defRPr>
            </a:lvl4pPr>
            <a:lvl5pPr lvl="4" rtl="0">
              <a:spcBef>
                <a:spcPts val="0"/>
              </a:spcBef>
              <a:spcAft>
                <a:spcPts val="0"/>
              </a:spcAft>
              <a:buSzPts val="2400"/>
              <a:buFont typeface="Work Sans"/>
              <a:buNone/>
              <a:defRPr sz="2400">
                <a:latin typeface="Work Sans"/>
                <a:ea typeface="Work Sans"/>
                <a:cs typeface="Work Sans"/>
                <a:sym typeface="Work Sans"/>
              </a:defRPr>
            </a:lvl5pPr>
            <a:lvl6pPr lvl="5" rtl="0">
              <a:spcBef>
                <a:spcPts val="0"/>
              </a:spcBef>
              <a:spcAft>
                <a:spcPts val="0"/>
              </a:spcAft>
              <a:buSzPts val="2400"/>
              <a:buFont typeface="Work Sans"/>
              <a:buNone/>
              <a:defRPr sz="2400">
                <a:latin typeface="Work Sans"/>
                <a:ea typeface="Work Sans"/>
                <a:cs typeface="Work Sans"/>
                <a:sym typeface="Work Sans"/>
              </a:defRPr>
            </a:lvl6pPr>
            <a:lvl7pPr lvl="6" rtl="0">
              <a:spcBef>
                <a:spcPts val="0"/>
              </a:spcBef>
              <a:spcAft>
                <a:spcPts val="0"/>
              </a:spcAft>
              <a:buSzPts val="2400"/>
              <a:buFont typeface="Work Sans"/>
              <a:buNone/>
              <a:defRPr sz="2400">
                <a:latin typeface="Work Sans"/>
                <a:ea typeface="Work Sans"/>
                <a:cs typeface="Work Sans"/>
                <a:sym typeface="Work Sans"/>
              </a:defRPr>
            </a:lvl7pPr>
            <a:lvl8pPr lvl="7" rtl="0">
              <a:spcBef>
                <a:spcPts val="0"/>
              </a:spcBef>
              <a:spcAft>
                <a:spcPts val="0"/>
              </a:spcAft>
              <a:buSzPts val="2400"/>
              <a:buFont typeface="Work Sans"/>
              <a:buNone/>
              <a:defRPr sz="2400">
                <a:latin typeface="Work Sans"/>
                <a:ea typeface="Work Sans"/>
                <a:cs typeface="Work Sans"/>
                <a:sym typeface="Work Sans"/>
              </a:defRPr>
            </a:lvl8pPr>
            <a:lvl9pPr lvl="8" rtl="0">
              <a:spcBef>
                <a:spcPts val="0"/>
              </a:spcBef>
              <a:spcAft>
                <a:spcPts val="0"/>
              </a:spcAft>
              <a:buSzPts val="2400"/>
              <a:buFont typeface="Work Sans"/>
              <a:buNone/>
              <a:defRPr sz="2400">
                <a:latin typeface="Work Sans"/>
                <a:ea typeface="Work Sans"/>
                <a:cs typeface="Work Sans"/>
                <a:sym typeface="Work Sans"/>
              </a:defRPr>
            </a:lvl9pPr>
          </a:lstStyle>
          <a:p/>
        </p:txBody>
      </p:sp>
      <p:sp>
        <p:nvSpPr>
          <p:cNvPr id="82" name="Google Shape;82;p20"/>
          <p:cNvSpPr txBox="1"/>
          <p:nvPr>
            <p:ph idx="1" type="body"/>
          </p:nvPr>
        </p:nvSpPr>
        <p:spPr>
          <a:xfrm>
            <a:off x="311700" y="1389600"/>
            <a:ext cx="2808000" cy="3179400"/>
          </a:xfrm>
          <a:prstGeom prst="rect">
            <a:avLst/>
          </a:prstGeom>
        </p:spPr>
        <p:txBody>
          <a:bodyPr anchorCtr="0" anchor="t" bIns="0" lIns="0" spcFirstLastPara="1" rIns="0" wrap="square" tIns="0">
            <a:normAutofit/>
          </a:bodyPr>
          <a:lstStyle>
            <a:lvl1pPr indent="-304800" lvl="0" marL="457200" rtl="0">
              <a:spcBef>
                <a:spcPts val="0"/>
              </a:spcBef>
              <a:spcAft>
                <a:spcPts val="0"/>
              </a:spcAft>
              <a:buSzPts val="1200"/>
              <a:buFont typeface="Work Sans"/>
              <a:buChar char="●"/>
              <a:defRPr sz="1200">
                <a:latin typeface="Work Sans"/>
                <a:ea typeface="Work Sans"/>
                <a:cs typeface="Work Sans"/>
                <a:sym typeface="Work Sans"/>
              </a:defRPr>
            </a:lvl1pPr>
            <a:lvl2pPr indent="-304800" lvl="1" marL="914400" rtl="0">
              <a:spcBef>
                <a:spcPts val="0"/>
              </a:spcBef>
              <a:spcAft>
                <a:spcPts val="0"/>
              </a:spcAft>
              <a:buSzPts val="1200"/>
              <a:buFont typeface="Work Sans"/>
              <a:buChar char="○"/>
              <a:defRPr sz="1200">
                <a:latin typeface="Work Sans"/>
                <a:ea typeface="Work Sans"/>
                <a:cs typeface="Work Sans"/>
                <a:sym typeface="Work Sans"/>
              </a:defRPr>
            </a:lvl2pPr>
            <a:lvl3pPr indent="-304800" lvl="2" marL="1371600" rtl="0">
              <a:spcBef>
                <a:spcPts val="0"/>
              </a:spcBef>
              <a:spcAft>
                <a:spcPts val="0"/>
              </a:spcAft>
              <a:buSzPts val="1200"/>
              <a:buFont typeface="Work Sans"/>
              <a:buChar char="■"/>
              <a:defRPr sz="1200">
                <a:latin typeface="Work Sans"/>
                <a:ea typeface="Work Sans"/>
                <a:cs typeface="Work Sans"/>
                <a:sym typeface="Work Sans"/>
              </a:defRPr>
            </a:lvl3pPr>
            <a:lvl4pPr indent="-304800" lvl="3" marL="1828800" rtl="0">
              <a:spcBef>
                <a:spcPts val="0"/>
              </a:spcBef>
              <a:spcAft>
                <a:spcPts val="0"/>
              </a:spcAft>
              <a:buSzPts val="1200"/>
              <a:buFont typeface="Work Sans"/>
              <a:buChar char="●"/>
              <a:defRPr sz="1200">
                <a:latin typeface="Work Sans"/>
                <a:ea typeface="Work Sans"/>
                <a:cs typeface="Work Sans"/>
                <a:sym typeface="Work Sans"/>
              </a:defRPr>
            </a:lvl4pPr>
            <a:lvl5pPr indent="-304800" lvl="4" marL="2286000" rtl="0">
              <a:spcBef>
                <a:spcPts val="0"/>
              </a:spcBef>
              <a:spcAft>
                <a:spcPts val="0"/>
              </a:spcAft>
              <a:buSzPts val="1200"/>
              <a:buFont typeface="Work Sans"/>
              <a:buChar char="○"/>
              <a:defRPr sz="1200">
                <a:latin typeface="Work Sans"/>
                <a:ea typeface="Work Sans"/>
                <a:cs typeface="Work Sans"/>
                <a:sym typeface="Work Sans"/>
              </a:defRPr>
            </a:lvl5pPr>
            <a:lvl6pPr indent="-304800" lvl="5" marL="2743200" rtl="0">
              <a:spcBef>
                <a:spcPts val="0"/>
              </a:spcBef>
              <a:spcAft>
                <a:spcPts val="0"/>
              </a:spcAft>
              <a:buSzPts val="1200"/>
              <a:buFont typeface="Work Sans"/>
              <a:buChar char="■"/>
              <a:defRPr sz="1200">
                <a:latin typeface="Work Sans"/>
                <a:ea typeface="Work Sans"/>
                <a:cs typeface="Work Sans"/>
                <a:sym typeface="Work Sans"/>
              </a:defRPr>
            </a:lvl6pPr>
            <a:lvl7pPr indent="-304800" lvl="6" marL="3200400" rtl="0">
              <a:spcBef>
                <a:spcPts val="0"/>
              </a:spcBef>
              <a:spcAft>
                <a:spcPts val="0"/>
              </a:spcAft>
              <a:buSzPts val="1200"/>
              <a:buFont typeface="Work Sans"/>
              <a:buChar char="●"/>
              <a:defRPr sz="1200">
                <a:latin typeface="Work Sans"/>
                <a:ea typeface="Work Sans"/>
                <a:cs typeface="Work Sans"/>
                <a:sym typeface="Work Sans"/>
              </a:defRPr>
            </a:lvl7pPr>
            <a:lvl8pPr indent="-304800" lvl="7" marL="3657600" rtl="0">
              <a:spcBef>
                <a:spcPts val="0"/>
              </a:spcBef>
              <a:spcAft>
                <a:spcPts val="0"/>
              </a:spcAft>
              <a:buSzPts val="1200"/>
              <a:buFont typeface="Work Sans"/>
              <a:buChar char="○"/>
              <a:defRPr sz="1200">
                <a:latin typeface="Work Sans"/>
                <a:ea typeface="Work Sans"/>
                <a:cs typeface="Work Sans"/>
                <a:sym typeface="Work Sans"/>
              </a:defRPr>
            </a:lvl8pPr>
            <a:lvl9pPr indent="-304800" lvl="8" marL="4114800" rtl="0">
              <a:spcBef>
                <a:spcPts val="0"/>
              </a:spcBef>
              <a:spcAft>
                <a:spcPts val="0"/>
              </a:spcAft>
              <a:buSzPts val="1200"/>
              <a:buFont typeface="Work Sans"/>
              <a:buChar char="■"/>
              <a:defRPr sz="1200">
                <a:latin typeface="Work Sans"/>
                <a:ea typeface="Work Sans"/>
                <a:cs typeface="Work Sans"/>
                <a:sym typeface="Work Sans"/>
              </a:defRPr>
            </a:lvl9pPr>
          </a:lstStyle>
          <a:p/>
        </p:txBody>
      </p:sp>
      <p:sp>
        <p:nvSpPr>
          <p:cNvPr id="83" name="Google Shape;83;p20"/>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84" name="Google Shape;84;p20"/>
          <p:cNvPicPr preferRelativeResize="0"/>
          <p:nvPr/>
        </p:nvPicPr>
        <p:blipFill>
          <a:blip r:embed="rId2">
            <a:alphaModFix/>
          </a:blip>
          <a:stretch>
            <a:fillRect/>
          </a:stretch>
        </p:blipFill>
        <p:spPr>
          <a:xfrm>
            <a:off x="233650" y="4870150"/>
            <a:ext cx="653800" cy="153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Work Sans ExtraLight"/>
              <a:buNone/>
              <a:defRPr sz="4800">
                <a:latin typeface="Work Sans ExtraLight"/>
                <a:ea typeface="Work Sans ExtraLight"/>
                <a:cs typeface="Work Sans ExtraLight"/>
                <a:sym typeface="Work Sans ExtraLigh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21"/>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88" name="Google Shape;88;p21"/>
          <p:cNvPicPr preferRelativeResize="0"/>
          <p:nvPr/>
        </p:nvPicPr>
        <p:blipFill>
          <a:blip r:embed="rId2">
            <a:alphaModFix/>
          </a:blip>
          <a:stretch>
            <a:fillRect/>
          </a:stretch>
        </p:blipFill>
        <p:spPr>
          <a:xfrm>
            <a:off x="233650" y="4870150"/>
            <a:ext cx="653800" cy="153000"/>
          </a:xfrm>
          <a:prstGeom prst="rect">
            <a:avLst/>
          </a:prstGeom>
          <a:noFill/>
          <a:ln>
            <a:noFill/>
          </a:ln>
        </p:spPr>
      </p:pic>
      <p:pic>
        <p:nvPicPr>
          <p:cNvPr id="89" name="Google Shape;89;p21"/>
          <p:cNvPicPr preferRelativeResize="0"/>
          <p:nvPr/>
        </p:nvPicPr>
        <p:blipFill rotWithShape="1">
          <a:blip r:embed="rId3">
            <a:alphaModFix/>
          </a:blip>
          <a:srcRect b="0" l="0" r="24397" t="23383"/>
          <a:stretch/>
        </p:blipFill>
        <p:spPr>
          <a:xfrm>
            <a:off x="5775275" y="0"/>
            <a:ext cx="3368724" cy="270867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2"/>
          <p:cNvSpPr txBox="1"/>
          <p:nvPr>
            <p:ph type="title"/>
          </p:nvPr>
        </p:nvSpPr>
        <p:spPr>
          <a:xfrm>
            <a:off x="265500" y="1233175"/>
            <a:ext cx="4045200" cy="1482300"/>
          </a:xfrm>
          <a:prstGeom prst="rect">
            <a:avLst/>
          </a:prstGeom>
        </p:spPr>
        <p:txBody>
          <a:bodyPr anchorCtr="0" anchor="b" bIns="0" lIns="0" spcFirstLastPara="1" rIns="0" wrap="square" tIns="0">
            <a:normAutofit/>
          </a:bodyPr>
          <a:lstStyle>
            <a:lvl1pPr lvl="0" rtl="0">
              <a:spcBef>
                <a:spcPts val="0"/>
              </a:spcBef>
              <a:spcAft>
                <a:spcPts val="0"/>
              </a:spcAft>
              <a:buSzPts val="3600"/>
              <a:buFont typeface="Work Sans"/>
              <a:buNone/>
              <a:defRPr sz="3600">
                <a:latin typeface="Work Sans"/>
                <a:ea typeface="Work Sans"/>
                <a:cs typeface="Work Sans"/>
                <a:sym typeface="Work Sans"/>
              </a:defRPr>
            </a:lvl1pPr>
            <a:lvl2pPr lvl="1" rtl="0">
              <a:spcBef>
                <a:spcPts val="0"/>
              </a:spcBef>
              <a:spcAft>
                <a:spcPts val="0"/>
              </a:spcAft>
              <a:buSzPts val="4200"/>
              <a:buFont typeface="Work Sans"/>
              <a:buNone/>
              <a:defRPr sz="4200">
                <a:latin typeface="Work Sans"/>
                <a:ea typeface="Work Sans"/>
                <a:cs typeface="Work Sans"/>
                <a:sym typeface="Work Sans"/>
              </a:defRPr>
            </a:lvl2pPr>
            <a:lvl3pPr lvl="2" rtl="0">
              <a:spcBef>
                <a:spcPts val="0"/>
              </a:spcBef>
              <a:spcAft>
                <a:spcPts val="0"/>
              </a:spcAft>
              <a:buSzPts val="4200"/>
              <a:buFont typeface="Work Sans"/>
              <a:buNone/>
              <a:defRPr sz="4200">
                <a:latin typeface="Work Sans"/>
                <a:ea typeface="Work Sans"/>
                <a:cs typeface="Work Sans"/>
                <a:sym typeface="Work Sans"/>
              </a:defRPr>
            </a:lvl3pPr>
            <a:lvl4pPr lvl="3" rtl="0">
              <a:spcBef>
                <a:spcPts val="0"/>
              </a:spcBef>
              <a:spcAft>
                <a:spcPts val="0"/>
              </a:spcAft>
              <a:buSzPts val="4200"/>
              <a:buFont typeface="Work Sans"/>
              <a:buNone/>
              <a:defRPr sz="4200">
                <a:latin typeface="Work Sans"/>
                <a:ea typeface="Work Sans"/>
                <a:cs typeface="Work Sans"/>
                <a:sym typeface="Work Sans"/>
              </a:defRPr>
            </a:lvl4pPr>
            <a:lvl5pPr lvl="4" rtl="0">
              <a:spcBef>
                <a:spcPts val="0"/>
              </a:spcBef>
              <a:spcAft>
                <a:spcPts val="0"/>
              </a:spcAft>
              <a:buSzPts val="4200"/>
              <a:buFont typeface="Work Sans"/>
              <a:buNone/>
              <a:defRPr sz="4200">
                <a:latin typeface="Work Sans"/>
                <a:ea typeface="Work Sans"/>
                <a:cs typeface="Work Sans"/>
                <a:sym typeface="Work Sans"/>
              </a:defRPr>
            </a:lvl5pPr>
            <a:lvl6pPr lvl="5" rtl="0">
              <a:spcBef>
                <a:spcPts val="0"/>
              </a:spcBef>
              <a:spcAft>
                <a:spcPts val="0"/>
              </a:spcAft>
              <a:buSzPts val="4200"/>
              <a:buFont typeface="Work Sans"/>
              <a:buNone/>
              <a:defRPr sz="4200">
                <a:latin typeface="Work Sans"/>
                <a:ea typeface="Work Sans"/>
                <a:cs typeface="Work Sans"/>
                <a:sym typeface="Work Sans"/>
              </a:defRPr>
            </a:lvl6pPr>
            <a:lvl7pPr lvl="6" rtl="0">
              <a:spcBef>
                <a:spcPts val="0"/>
              </a:spcBef>
              <a:spcAft>
                <a:spcPts val="0"/>
              </a:spcAft>
              <a:buSzPts val="4200"/>
              <a:buFont typeface="Work Sans"/>
              <a:buNone/>
              <a:defRPr sz="4200">
                <a:latin typeface="Work Sans"/>
                <a:ea typeface="Work Sans"/>
                <a:cs typeface="Work Sans"/>
                <a:sym typeface="Work Sans"/>
              </a:defRPr>
            </a:lvl7pPr>
            <a:lvl8pPr lvl="7" rtl="0">
              <a:spcBef>
                <a:spcPts val="0"/>
              </a:spcBef>
              <a:spcAft>
                <a:spcPts val="0"/>
              </a:spcAft>
              <a:buSzPts val="4200"/>
              <a:buFont typeface="Work Sans"/>
              <a:buNone/>
              <a:defRPr sz="4200">
                <a:latin typeface="Work Sans"/>
                <a:ea typeface="Work Sans"/>
                <a:cs typeface="Work Sans"/>
                <a:sym typeface="Work Sans"/>
              </a:defRPr>
            </a:lvl8pPr>
            <a:lvl9pPr lvl="8" rtl="0">
              <a:spcBef>
                <a:spcPts val="0"/>
              </a:spcBef>
              <a:spcAft>
                <a:spcPts val="0"/>
              </a:spcAft>
              <a:buSzPts val="4200"/>
              <a:buFont typeface="Work Sans"/>
              <a:buNone/>
              <a:defRPr sz="4200">
                <a:latin typeface="Work Sans"/>
                <a:ea typeface="Work Sans"/>
                <a:cs typeface="Work Sans"/>
                <a:sym typeface="Work Sans"/>
              </a:defRPr>
            </a:lvl9pPr>
          </a:lstStyle>
          <a:p/>
        </p:txBody>
      </p:sp>
      <p:sp>
        <p:nvSpPr>
          <p:cNvPr id="93" name="Google Shape;93;p22"/>
          <p:cNvSpPr txBox="1"/>
          <p:nvPr>
            <p:ph idx="1" type="subTitle"/>
          </p:nvPr>
        </p:nvSpPr>
        <p:spPr>
          <a:xfrm>
            <a:off x="265500" y="2803075"/>
            <a:ext cx="4045200" cy="1235100"/>
          </a:xfrm>
          <a:prstGeom prst="rect">
            <a:avLst/>
          </a:prstGeom>
        </p:spPr>
        <p:txBody>
          <a:bodyPr anchorCtr="0" anchor="t" bIns="0" lIns="0" spcFirstLastPara="1" rIns="0" wrap="square" tIns="0">
            <a:normAutofit/>
          </a:bodyPr>
          <a:lstStyle>
            <a:lvl1pPr lvl="0" rtl="0">
              <a:lnSpc>
                <a:spcPct val="100000"/>
              </a:lnSpc>
              <a:spcBef>
                <a:spcPts val="0"/>
              </a:spcBef>
              <a:spcAft>
                <a:spcPts val="0"/>
              </a:spcAft>
              <a:buSzPts val="2400"/>
              <a:buFont typeface="Work Sans"/>
              <a:buNone/>
              <a:defRPr sz="2400">
                <a:latin typeface="Work Sans"/>
                <a:ea typeface="Work Sans"/>
                <a:cs typeface="Work Sans"/>
                <a:sym typeface="Work Sans"/>
              </a:defRPr>
            </a:lvl1pPr>
            <a:lvl2pPr lvl="1" rtl="0">
              <a:lnSpc>
                <a:spcPct val="100000"/>
              </a:lnSpc>
              <a:spcBef>
                <a:spcPts val="0"/>
              </a:spcBef>
              <a:spcAft>
                <a:spcPts val="0"/>
              </a:spcAft>
              <a:buSzPts val="2400"/>
              <a:buFont typeface="Work Sans"/>
              <a:buNone/>
              <a:defRPr sz="2400">
                <a:latin typeface="Work Sans"/>
                <a:ea typeface="Work Sans"/>
                <a:cs typeface="Work Sans"/>
                <a:sym typeface="Work Sans"/>
              </a:defRPr>
            </a:lvl2pPr>
            <a:lvl3pPr lvl="2" rtl="0">
              <a:lnSpc>
                <a:spcPct val="100000"/>
              </a:lnSpc>
              <a:spcBef>
                <a:spcPts val="0"/>
              </a:spcBef>
              <a:spcAft>
                <a:spcPts val="0"/>
              </a:spcAft>
              <a:buSzPts val="2400"/>
              <a:buFont typeface="Work Sans"/>
              <a:buNone/>
              <a:defRPr sz="2400">
                <a:latin typeface="Work Sans"/>
                <a:ea typeface="Work Sans"/>
                <a:cs typeface="Work Sans"/>
                <a:sym typeface="Work Sans"/>
              </a:defRPr>
            </a:lvl3pPr>
            <a:lvl4pPr lvl="3" rtl="0">
              <a:lnSpc>
                <a:spcPct val="100000"/>
              </a:lnSpc>
              <a:spcBef>
                <a:spcPts val="0"/>
              </a:spcBef>
              <a:spcAft>
                <a:spcPts val="0"/>
              </a:spcAft>
              <a:buSzPts val="2400"/>
              <a:buFont typeface="Work Sans"/>
              <a:buNone/>
              <a:defRPr sz="2400">
                <a:latin typeface="Work Sans"/>
                <a:ea typeface="Work Sans"/>
                <a:cs typeface="Work Sans"/>
                <a:sym typeface="Work Sans"/>
              </a:defRPr>
            </a:lvl4pPr>
            <a:lvl5pPr lvl="4" rtl="0">
              <a:lnSpc>
                <a:spcPct val="100000"/>
              </a:lnSpc>
              <a:spcBef>
                <a:spcPts val="0"/>
              </a:spcBef>
              <a:spcAft>
                <a:spcPts val="0"/>
              </a:spcAft>
              <a:buSzPts val="2400"/>
              <a:buFont typeface="Work Sans"/>
              <a:buNone/>
              <a:defRPr sz="2400">
                <a:latin typeface="Work Sans"/>
                <a:ea typeface="Work Sans"/>
                <a:cs typeface="Work Sans"/>
                <a:sym typeface="Work Sans"/>
              </a:defRPr>
            </a:lvl5pPr>
            <a:lvl6pPr lvl="5" rtl="0">
              <a:lnSpc>
                <a:spcPct val="100000"/>
              </a:lnSpc>
              <a:spcBef>
                <a:spcPts val="0"/>
              </a:spcBef>
              <a:spcAft>
                <a:spcPts val="0"/>
              </a:spcAft>
              <a:buSzPts val="2400"/>
              <a:buFont typeface="Work Sans"/>
              <a:buNone/>
              <a:defRPr sz="2400">
                <a:latin typeface="Work Sans"/>
                <a:ea typeface="Work Sans"/>
                <a:cs typeface="Work Sans"/>
                <a:sym typeface="Work Sans"/>
              </a:defRPr>
            </a:lvl6pPr>
            <a:lvl7pPr lvl="6" rtl="0">
              <a:lnSpc>
                <a:spcPct val="100000"/>
              </a:lnSpc>
              <a:spcBef>
                <a:spcPts val="0"/>
              </a:spcBef>
              <a:spcAft>
                <a:spcPts val="0"/>
              </a:spcAft>
              <a:buSzPts val="2400"/>
              <a:buFont typeface="Work Sans"/>
              <a:buNone/>
              <a:defRPr sz="2400">
                <a:latin typeface="Work Sans"/>
                <a:ea typeface="Work Sans"/>
                <a:cs typeface="Work Sans"/>
                <a:sym typeface="Work Sans"/>
              </a:defRPr>
            </a:lvl7pPr>
            <a:lvl8pPr lvl="7" rtl="0">
              <a:lnSpc>
                <a:spcPct val="100000"/>
              </a:lnSpc>
              <a:spcBef>
                <a:spcPts val="0"/>
              </a:spcBef>
              <a:spcAft>
                <a:spcPts val="0"/>
              </a:spcAft>
              <a:buSzPts val="2400"/>
              <a:buFont typeface="Work Sans"/>
              <a:buNone/>
              <a:defRPr sz="2400">
                <a:latin typeface="Work Sans"/>
                <a:ea typeface="Work Sans"/>
                <a:cs typeface="Work Sans"/>
                <a:sym typeface="Work Sans"/>
              </a:defRPr>
            </a:lvl8pPr>
            <a:lvl9pPr lvl="8" rtl="0">
              <a:lnSpc>
                <a:spcPct val="100000"/>
              </a:lnSpc>
              <a:spcBef>
                <a:spcPts val="0"/>
              </a:spcBef>
              <a:spcAft>
                <a:spcPts val="0"/>
              </a:spcAft>
              <a:buSzPts val="2400"/>
              <a:buFont typeface="Work Sans"/>
              <a:buNone/>
              <a:defRPr sz="2400">
                <a:latin typeface="Work Sans"/>
                <a:ea typeface="Work Sans"/>
                <a:cs typeface="Work Sans"/>
                <a:sym typeface="Work Sans"/>
              </a:defRPr>
            </a:lvl9pPr>
          </a:lstStyle>
          <a:p/>
        </p:txBody>
      </p:sp>
      <p:sp>
        <p:nvSpPr>
          <p:cNvPr id="94" name="Google Shape;94;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Font typeface="Work Sans"/>
              <a:buChar char="●"/>
              <a:defRPr>
                <a:latin typeface="Work Sans"/>
                <a:ea typeface="Work Sans"/>
                <a:cs typeface="Work Sans"/>
                <a:sym typeface="Work Sans"/>
              </a:defRPr>
            </a:lvl1pPr>
            <a:lvl2pPr indent="-317500" lvl="1" marL="914400" rtl="0">
              <a:spcBef>
                <a:spcPts val="0"/>
              </a:spcBef>
              <a:spcAft>
                <a:spcPts val="0"/>
              </a:spcAft>
              <a:buSzPts val="1400"/>
              <a:buFont typeface="Work Sans"/>
              <a:buChar char="○"/>
              <a:defRPr>
                <a:latin typeface="Work Sans"/>
                <a:ea typeface="Work Sans"/>
                <a:cs typeface="Work Sans"/>
                <a:sym typeface="Work Sans"/>
              </a:defRPr>
            </a:lvl2pPr>
            <a:lvl3pPr indent="-317500" lvl="2" marL="1371600" rtl="0">
              <a:spcBef>
                <a:spcPts val="0"/>
              </a:spcBef>
              <a:spcAft>
                <a:spcPts val="0"/>
              </a:spcAft>
              <a:buSzPts val="1400"/>
              <a:buFont typeface="Work Sans"/>
              <a:buChar char="■"/>
              <a:defRPr>
                <a:latin typeface="Work Sans"/>
                <a:ea typeface="Work Sans"/>
                <a:cs typeface="Work Sans"/>
                <a:sym typeface="Work Sans"/>
              </a:defRPr>
            </a:lvl3pPr>
            <a:lvl4pPr indent="-317500" lvl="3" marL="1828800" rtl="0">
              <a:spcBef>
                <a:spcPts val="0"/>
              </a:spcBef>
              <a:spcAft>
                <a:spcPts val="0"/>
              </a:spcAft>
              <a:buSzPts val="1400"/>
              <a:buFont typeface="Work Sans"/>
              <a:buChar char="●"/>
              <a:defRPr>
                <a:latin typeface="Work Sans"/>
                <a:ea typeface="Work Sans"/>
                <a:cs typeface="Work Sans"/>
                <a:sym typeface="Work Sans"/>
              </a:defRPr>
            </a:lvl4pPr>
            <a:lvl5pPr indent="-317500" lvl="4" marL="2286000" rtl="0">
              <a:spcBef>
                <a:spcPts val="0"/>
              </a:spcBef>
              <a:spcAft>
                <a:spcPts val="0"/>
              </a:spcAft>
              <a:buSzPts val="1400"/>
              <a:buFont typeface="Work Sans"/>
              <a:buChar char="○"/>
              <a:defRPr>
                <a:latin typeface="Work Sans"/>
                <a:ea typeface="Work Sans"/>
                <a:cs typeface="Work Sans"/>
                <a:sym typeface="Work Sans"/>
              </a:defRPr>
            </a:lvl5pPr>
            <a:lvl6pPr indent="-317500" lvl="5" marL="2743200" rtl="0">
              <a:spcBef>
                <a:spcPts val="0"/>
              </a:spcBef>
              <a:spcAft>
                <a:spcPts val="0"/>
              </a:spcAft>
              <a:buSzPts val="1400"/>
              <a:buFont typeface="Work Sans"/>
              <a:buChar char="■"/>
              <a:defRPr>
                <a:latin typeface="Work Sans"/>
                <a:ea typeface="Work Sans"/>
                <a:cs typeface="Work Sans"/>
                <a:sym typeface="Work Sans"/>
              </a:defRPr>
            </a:lvl6pPr>
            <a:lvl7pPr indent="-317500" lvl="6" marL="3200400" rtl="0">
              <a:spcBef>
                <a:spcPts val="0"/>
              </a:spcBef>
              <a:spcAft>
                <a:spcPts val="0"/>
              </a:spcAft>
              <a:buSzPts val="1400"/>
              <a:buFont typeface="Work Sans"/>
              <a:buChar char="●"/>
              <a:defRPr>
                <a:latin typeface="Work Sans"/>
                <a:ea typeface="Work Sans"/>
                <a:cs typeface="Work Sans"/>
                <a:sym typeface="Work Sans"/>
              </a:defRPr>
            </a:lvl7pPr>
            <a:lvl8pPr indent="-317500" lvl="7" marL="3657600" rtl="0">
              <a:spcBef>
                <a:spcPts val="0"/>
              </a:spcBef>
              <a:spcAft>
                <a:spcPts val="0"/>
              </a:spcAft>
              <a:buSzPts val="1400"/>
              <a:buFont typeface="Work Sans"/>
              <a:buChar char="○"/>
              <a:defRPr>
                <a:latin typeface="Work Sans"/>
                <a:ea typeface="Work Sans"/>
                <a:cs typeface="Work Sans"/>
                <a:sym typeface="Work Sans"/>
              </a:defRPr>
            </a:lvl8pPr>
            <a:lvl9pPr indent="-317500" lvl="8" marL="4114800" rtl="0">
              <a:spcBef>
                <a:spcPts val="0"/>
              </a:spcBef>
              <a:spcAft>
                <a:spcPts val="0"/>
              </a:spcAft>
              <a:buSzPts val="1400"/>
              <a:buFont typeface="Work Sans"/>
              <a:buChar char="■"/>
              <a:defRPr>
                <a:latin typeface="Work Sans"/>
                <a:ea typeface="Work Sans"/>
                <a:cs typeface="Work Sans"/>
                <a:sym typeface="Work Sans"/>
              </a:defRPr>
            </a:lvl9pPr>
          </a:lstStyle>
          <a:p/>
        </p:txBody>
      </p:sp>
      <p:sp>
        <p:nvSpPr>
          <p:cNvPr id="95" name="Google Shape;95;p22"/>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6" name="Google Shape;96;p22"/>
          <p:cNvPicPr preferRelativeResize="0"/>
          <p:nvPr/>
        </p:nvPicPr>
        <p:blipFill>
          <a:blip r:embed="rId2">
            <a:alphaModFix/>
          </a:blip>
          <a:stretch>
            <a:fillRect/>
          </a:stretch>
        </p:blipFill>
        <p:spPr>
          <a:xfrm>
            <a:off x="233650" y="4870150"/>
            <a:ext cx="653800" cy="1530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Font typeface="Work Sans"/>
              <a:buNone/>
              <a:defRPr>
                <a:latin typeface="Work Sans"/>
                <a:ea typeface="Work Sans"/>
                <a:cs typeface="Work Sans"/>
                <a:sym typeface="Work Sans"/>
              </a:defRPr>
            </a:lvl1pPr>
          </a:lstStyle>
          <a:p/>
        </p:txBody>
      </p:sp>
      <p:sp>
        <p:nvSpPr>
          <p:cNvPr id="99" name="Google Shape;99;p23"/>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Font typeface="Work Sans Light"/>
              <a:buNone/>
              <a:defRPr sz="12000">
                <a:latin typeface="Work Sans Light"/>
                <a:ea typeface="Work Sans Light"/>
                <a:cs typeface="Work Sans Light"/>
                <a:sym typeface="Work Sans Ligh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2" name="Google Shape;102;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Font typeface="Work Sans"/>
              <a:buChar char="●"/>
              <a:defRPr>
                <a:latin typeface="Work Sans"/>
                <a:ea typeface="Work Sans"/>
                <a:cs typeface="Work Sans"/>
                <a:sym typeface="Work Sans"/>
              </a:defRPr>
            </a:lvl1pPr>
            <a:lvl2pPr indent="-317500" lvl="1" marL="914400" rtl="0" algn="ctr">
              <a:spcBef>
                <a:spcPts val="0"/>
              </a:spcBef>
              <a:spcAft>
                <a:spcPts val="0"/>
              </a:spcAft>
              <a:buSzPts val="1400"/>
              <a:buFont typeface="Work Sans"/>
              <a:buChar char="○"/>
              <a:defRPr>
                <a:latin typeface="Work Sans"/>
                <a:ea typeface="Work Sans"/>
                <a:cs typeface="Work Sans"/>
                <a:sym typeface="Work Sans"/>
              </a:defRPr>
            </a:lvl2pPr>
            <a:lvl3pPr indent="-317500" lvl="2" marL="1371600" rtl="0" algn="ctr">
              <a:spcBef>
                <a:spcPts val="0"/>
              </a:spcBef>
              <a:spcAft>
                <a:spcPts val="0"/>
              </a:spcAft>
              <a:buSzPts val="1400"/>
              <a:buFont typeface="Work Sans"/>
              <a:buChar char="■"/>
              <a:defRPr>
                <a:latin typeface="Work Sans"/>
                <a:ea typeface="Work Sans"/>
                <a:cs typeface="Work Sans"/>
                <a:sym typeface="Work Sans"/>
              </a:defRPr>
            </a:lvl3pPr>
            <a:lvl4pPr indent="-317500" lvl="3" marL="1828800" rtl="0" algn="ctr">
              <a:spcBef>
                <a:spcPts val="0"/>
              </a:spcBef>
              <a:spcAft>
                <a:spcPts val="0"/>
              </a:spcAft>
              <a:buSzPts val="1400"/>
              <a:buFont typeface="Work Sans"/>
              <a:buChar char="●"/>
              <a:defRPr>
                <a:latin typeface="Work Sans"/>
                <a:ea typeface="Work Sans"/>
                <a:cs typeface="Work Sans"/>
                <a:sym typeface="Work Sans"/>
              </a:defRPr>
            </a:lvl4pPr>
            <a:lvl5pPr indent="-317500" lvl="4" marL="2286000" rtl="0" algn="ctr">
              <a:spcBef>
                <a:spcPts val="0"/>
              </a:spcBef>
              <a:spcAft>
                <a:spcPts val="0"/>
              </a:spcAft>
              <a:buSzPts val="1400"/>
              <a:buFont typeface="Work Sans"/>
              <a:buChar char="○"/>
              <a:defRPr>
                <a:latin typeface="Work Sans"/>
                <a:ea typeface="Work Sans"/>
                <a:cs typeface="Work Sans"/>
                <a:sym typeface="Work Sans"/>
              </a:defRPr>
            </a:lvl5pPr>
            <a:lvl6pPr indent="-317500" lvl="5" marL="2743200" rtl="0" algn="ctr">
              <a:spcBef>
                <a:spcPts val="0"/>
              </a:spcBef>
              <a:spcAft>
                <a:spcPts val="0"/>
              </a:spcAft>
              <a:buSzPts val="1400"/>
              <a:buFont typeface="Work Sans"/>
              <a:buChar char="■"/>
              <a:defRPr>
                <a:latin typeface="Work Sans"/>
                <a:ea typeface="Work Sans"/>
                <a:cs typeface="Work Sans"/>
                <a:sym typeface="Work Sans"/>
              </a:defRPr>
            </a:lvl6pPr>
            <a:lvl7pPr indent="-317500" lvl="6" marL="3200400" rtl="0" algn="ctr">
              <a:spcBef>
                <a:spcPts val="0"/>
              </a:spcBef>
              <a:spcAft>
                <a:spcPts val="0"/>
              </a:spcAft>
              <a:buSzPts val="1400"/>
              <a:buFont typeface="Work Sans"/>
              <a:buChar char="●"/>
              <a:defRPr>
                <a:latin typeface="Work Sans"/>
                <a:ea typeface="Work Sans"/>
                <a:cs typeface="Work Sans"/>
                <a:sym typeface="Work Sans"/>
              </a:defRPr>
            </a:lvl7pPr>
            <a:lvl8pPr indent="-317500" lvl="7" marL="3657600" rtl="0" algn="ctr">
              <a:spcBef>
                <a:spcPts val="0"/>
              </a:spcBef>
              <a:spcAft>
                <a:spcPts val="0"/>
              </a:spcAft>
              <a:buSzPts val="1400"/>
              <a:buFont typeface="Work Sans"/>
              <a:buChar char="○"/>
              <a:defRPr>
                <a:latin typeface="Work Sans"/>
                <a:ea typeface="Work Sans"/>
                <a:cs typeface="Work Sans"/>
                <a:sym typeface="Work Sans"/>
              </a:defRPr>
            </a:lvl8pPr>
            <a:lvl9pPr indent="-317500" lvl="8" marL="4114800" rtl="0" algn="ctr">
              <a:spcBef>
                <a:spcPts val="0"/>
              </a:spcBef>
              <a:spcAft>
                <a:spcPts val="0"/>
              </a:spcAft>
              <a:buSzPts val="1400"/>
              <a:buFont typeface="Work Sans"/>
              <a:buChar char="■"/>
              <a:defRPr>
                <a:latin typeface="Work Sans"/>
                <a:ea typeface="Work Sans"/>
                <a:cs typeface="Work Sans"/>
                <a:sym typeface="Work Sans"/>
              </a:defRPr>
            </a:lvl9pPr>
          </a:lstStyle>
          <a:p/>
        </p:txBody>
      </p:sp>
      <p:sp>
        <p:nvSpPr>
          <p:cNvPr id="103" name="Google Shape;103;p24"/>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Logo and Accent">
  <p:cSld name="Blank">
    <p:spTree>
      <p:nvGrpSpPr>
        <p:cNvPr id="104" name="Shape 104"/>
        <p:cNvGrpSpPr/>
        <p:nvPr/>
      </p:nvGrpSpPr>
      <p:grpSpPr>
        <a:xfrm>
          <a:off x="0" y="0"/>
          <a:ext cx="0" cy="0"/>
          <a:chOff x="0" y="0"/>
          <a:chExt cx="0" cy="0"/>
        </a:xfrm>
      </p:grpSpPr>
      <p:pic>
        <p:nvPicPr>
          <p:cNvPr id="105" name="Google Shape;105;p25"/>
          <p:cNvPicPr preferRelativeResize="0"/>
          <p:nvPr/>
        </p:nvPicPr>
        <p:blipFill>
          <a:blip r:embed="rId2">
            <a:alphaModFix/>
          </a:blip>
          <a:stretch>
            <a:fillRect/>
          </a:stretch>
        </p:blipFill>
        <p:spPr>
          <a:xfrm>
            <a:off x="233650" y="4870150"/>
            <a:ext cx="653800" cy="153000"/>
          </a:xfrm>
          <a:prstGeom prst="rect">
            <a:avLst/>
          </a:prstGeom>
          <a:noFill/>
          <a:ln>
            <a:noFill/>
          </a:ln>
        </p:spPr>
      </p:pic>
      <p:pic>
        <p:nvPicPr>
          <p:cNvPr id="106" name="Google Shape;106;p25"/>
          <p:cNvPicPr preferRelativeResize="0"/>
          <p:nvPr/>
        </p:nvPicPr>
        <p:blipFill rotWithShape="1">
          <a:blip r:embed="rId3">
            <a:alphaModFix/>
          </a:blip>
          <a:srcRect b="0" l="0" r="37099" t="42233"/>
          <a:stretch/>
        </p:blipFill>
        <p:spPr>
          <a:xfrm>
            <a:off x="7564250" y="0"/>
            <a:ext cx="1579750" cy="115112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Logo">
  <p:cSld name="Blank_2">
    <p:spTree>
      <p:nvGrpSpPr>
        <p:cNvPr id="107" name="Shape 107"/>
        <p:cNvGrpSpPr/>
        <p:nvPr/>
      </p:nvGrpSpPr>
      <p:grpSpPr>
        <a:xfrm>
          <a:off x="0" y="0"/>
          <a:ext cx="0" cy="0"/>
          <a:chOff x="0" y="0"/>
          <a:chExt cx="0" cy="0"/>
        </a:xfrm>
      </p:grpSpPr>
      <p:pic>
        <p:nvPicPr>
          <p:cNvPr id="108" name="Google Shape;108;p26"/>
          <p:cNvPicPr preferRelativeResize="0"/>
          <p:nvPr/>
        </p:nvPicPr>
        <p:blipFill>
          <a:blip r:embed="rId2">
            <a:alphaModFix/>
          </a:blip>
          <a:stretch>
            <a:fillRect/>
          </a:stretch>
        </p:blipFill>
        <p:spPr>
          <a:xfrm>
            <a:off x="233650" y="4870150"/>
            <a:ext cx="653800" cy="153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09" name="Shape 10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4" name="Google Shape;5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Work Sans"/>
              <a:buChar char="●"/>
              <a:defRPr sz="1800">
                <a:solidFill>
                  <a:schemeClr val="dk2"/>
                </a:solidFill>
                <a:latin typeface="Work Sans"/>
                <a:ea typeface="Work Sans"/>
                <a:cs typeface="Work Sans"/>
                <a:sym typeface="Work Sans"/>
              </a:defRPr>
            </a:lvl1pPr>
            <a:lvl2pPr indent="-317500" lvl="1" marL="9144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2pPr>
            <a:lvl3pPr indent="-317500" lvl="2" marL="13716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3pPr>
            <a:lvl4pPr indent="-317500" lvl="3" marL="18288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4pPr>
            <a:lvl5pPr indent="-317500" lvl="4" marL="22860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5pPr>
            <a:lvl6pPr indent="-317500" lvl="5" marL="27432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6pPr>
            <a:lvl7pPr indent="-317500" lvl="6" marL="32004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7pPr>
            <a:lvl8pPr indent="-317500" lvl="7" marL="36576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8pPr>
            <a:lvl9pPr indent="-317500" lvl="8" marL="4114800" rtl="0">
              <a:lnSpc>
                <a:spcPct val="115000"/>
              </a:lnSpc>
              <a:spcBef>
                <a:spcPts val="0"/>
              </a:spcBef>
              <a:spcAft>
                <a:spcPts val="0"/>
              </a:spcAft>
              <a:buClr>
                <a:schemeClr val="dk2"/>
              </a:buClr>
              <a:buSzPts val="1400"/>
              <a:buFont typeface="Work Sans"/>
              <a:buChar char="■"/>
              <a:defRPr>
                <a:solidFill>
                  <a:schemeClr val="dk2"/>
                </a:solidFill>
                <a:latin typeface="Work Sans"/>
                <a:ea typeface="Work Sans"/>
                <a:cs typeface="Work Sans"/>
                <a:sym typeface="Work Sans"/>
              </a:defRPr>
            </a:lvl9pPr>
          </a:lstStyle>
          <a:p/>
        </p:txBody>
      </p:sp>
      <p:sp>
        <p:nvSpPr>
          <p:cNvPr id="55" name="Google Shape;55;p14"/>
          <p:cNvSpPr txBox="1"/>
          <p:nvPr>
            <p:ph idx="12" type="sldNum"/>
          </p:nvPr>
        </p:nvSpPr>
        <p:spPr>
          <a:xfrm>
            <a:off x="83962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5"/>
                </a:solidFill>
                <a:latin typeface="Work Sans Medium"/>
                <a:ea typeface="Work Sans Medium"/>
                <a:cs typeface="Work Sans Medium"/>
                <a:sym typeface="Work Sans Medium"/>
              </a:defRPr>
            </a:lvl1pPr>
            <a:lvl2pPr lvl="1" rtl="0" algn="r">
              <a:buNone/>
              <a:defRPr sz="1000">
                <a:solidFill>
                  <a:schemeClr val="accent5"/>
                </a:solidFill>
                <a:latin typeface="Work Sans Medium"/>
                <a:ea typeface="Work Sans Medium"/>
                <a:cs typeface="Work Sans Medium"/>
                <a:sym typeface="Work Sans Medium"/>
              </a:defRPr>
            </a:lvl2pPr>
            <a:lvl3pPr lvl="2" rtl="0" algn="r">
              <a:buNone/>
              <a:defRPr sz="1000">
                <a:solidFill>
                  <a:schemeClr val="accent5"/>
                </a:solidFill>
                <a:latin typeface="Work Sans Medium"/>
                <a:ea typeface="Work Sans Medium"/>
                <a:cs typeface="Work Sans Medium"/>
                <a:sym typeface="Work Sans Medium"/>
              </a:defRPr>
            </a:lvl3pPr>
            <a:lvl4pPr lvl="3" rtl="0" algn="r">
              <a:buNone/>
              <a:defRPr sz="1000">
                <a:solidFill>
                  <a:schemeClr val="accent5"/>
                </a:solidFill>
                <a:latin typeface="Work Sans Medium"/>
                <a:ea typeface="Work Sans Medium"/>
                <a:cs typeface="Work Sans Medium"/>
                <a:sym typeface="Work Sans Medium"/>
              </a:defRPr>
            </a:lvl4pPr>
            <a:lvl5pPr lvl="4" rtl="0" algn="r">
              <a:buNone/>
              <a:defRPr sz="1000">
                <a:solidFill>
                  <a:schemeClr val="accent5"/>
                </a:solidFill>
                <a:latin typeface="Work Sans Medium"/>
                <a:ea typeface="Work Sans Medium"/>
                <a:cs typeface="Work Sans Medium"/>
                <a:sym typeface="Work Sans Medium"/>
              </a:defRPr>
            </a:lvl5pPr>
            <a:lvl6pPr lvl="5" rtl="0" algn="r">
              <a:buNone/>
              <a:defRPr sz="1000">
                <a:solidFill>
                  <a:schemeClr val="accent5"/>
                </a:solidFill>
                <a:latin typeface="Work Sans Medium"/>
                <a:ea typeface="Work Sans Medium"/>
                <a:cs typeface="Work Sans Medium"/>
                <a:sym typeface="Work Sans Medium"/>
              </a:defRPr>
            </a:lvl6pPr>
            <a:lvl7pPr lvl="6" rtl="0" algn="r">
              <a:buNone/>
              <a:defRPr sz="1000">
                <a:solidFill>
                  <a:schemeClr val="accent5"/>
                </a:solidFill>
                <a:latin typeface="Work Sans Medium"/>
                <a:ea typeface="Work Sans Medium"/>
                <a:cs typeface="Work Sans Medium"/>
                <a:sym typeface="Work Sans Medium"/>
              </a:defRPr>
            </a:lvl7pPr>
            <a:lvl8pPr lvl="7" rtl="0" algn="r">
              <a:buNone/>
              <a:defRPr sz="1000">
                <a:solidFill>
                  <a:schemeClr val="accent5"/>
                </a:solidFill>
                <a:latin typeface="Work Sans Medium"/>
                <a:ea typeface="Work Sans Medium"/>
                <a:cs typeface="Work Sans Medium"/>
                <a:sym typeface="Work Sans Medium"/>
              </a:defRPr>
            </a:lvl8pPr>
            <a:lvl9pPr lvl="8" rtl="0" algn="r">
              <a:buNone/>
              <a:defRPr sz="1000">
                <a:solidFill>
                  <a:schemeClr val="accent5"/>
                </a:solidFill>
                <a:latin typeface="Work Sans Medium"/>
                <a:ea typeface="Work Sans Medium"/>
                <a:cs typeface="Work Sans Medium"/>
                <a:sym typeface="Work Sans Medium"/>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hyperlink" Target="http://www.linuxfoundation.org/antitrust-polic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hyperlink" Target="https://wiki.riseproject.dev/display/HOME/RVA23+Profile" TargetMode="External"/><Relationship Id="rId4" Type="http://schemas.openxmlformats.org/officeDocument/2006/relationships/hyperlink" Target="https://wiki.riseproject.dev/display/HOME/RVA23+Profil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hyperlink" Target="https://wiki.riseproject.dev/display/HOME/2023-2H" TargetMode="External"/><Relationship Id="rId4" Type="http://schemas.openxmlformats.org/officeDocument/2006/relationships/hyperlink" Target="https://wiki.riseproject.dev/display/HOME/2023-2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hyperlink" Target="https://wiki.riseproject.dev/display/HOME/2023-2H" TargetMode="External"/><Relationship Id="rId4" Type="http://schemas.openxmlformats.org/officeDocument/2006/relationships/hyperlink" Target="https://wiki.riseproject.dev/display/HOME/2023-2H"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8"/>
          <p:cNvSpPr txBox="1"/>
          <p:nvPr>
            <p:ph idx="1" type="subTitle"/>
          </p:nvPr>
        </p:nvSpPr>
        <p:spPr>
          <a:xfrm>
            <a:off x="142575" y="4187150"/>
            <a:ext cx="49629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 sz="2000"/>
              <a:t>Kernel and Virtualization Working Group</a:t>
            </a:r>
            <a:br>
              <a:rPr lang="en" sz="2000"/>
            </a:br>
            <a:r>
              <a:rPr lang="en" sz="2000"/>
              <a:t>29/07/2024</a:t>
            </a:r>
            <a:endParaRPr sz="2000"/>
          </a:p>
        </p:txBody>
      </p:sp>
      <p:pic>
        <p:nvPicPr>
          <p:cNvPr id="115" name="Google Shape;115;p28"/>
          <p:cNvPicPr preferRelativeResize="0"/>
          <p:nvPr/>
        </p:nvPicPr>
        <p:blipFill>
          <a:blip r:embed="rId3">
            <a:alphaModFix/>
          </a:blip>
          <a:stretch>
            <a:fillRect/>
          </a:stretch>
        </p:blipFill>
        <p:spPr>
          <a:xfrm>
            <a:off x="2176450" y="640625"/>
            <a:ext cx="4223876" cy="17635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9"/>
          <p:cNvSpPr txBox="1"/>
          <p:nvPr>
            <p:ph type="title"/>
          </p:nvPr>
        </p:nvSpPr>
        <p:spPr>
          <a:xfrm>
            <a:off x="311700" y="368825"/>
            <a:ext cx="8520600" cy="5727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LF Antitrust Policy Notice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1" name="Google Shape;121;p29"/>
          <p:cNvSpPr txBox="1"/>
          <p:nvPr/>
        </p:nvSpPr>
        <p:spPr>
          <a:xfrm>
            <a:off x="311700" y="1194275"/>
            <a:ext cx="84459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Work Sans"/>
                <a:ea typeface="Work Sans"/>
                <a:cs typeface="Work Sans"/>
                <a:sym typeface="Work Sans"/>
              </a:rPr>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lang="en" sz="1600">
                <a:solidFill>
                  <a:schemeClr val="dk1"/>
                </a:solidFill>
                <a:latin typeface="Work Sans"/>
                <a:ea typeface="Work Sans"/>
                <a:cs typeface="Work Sans"/>
                <a:sym typeface="Work Sans"/>
              </a:rPr>
              <a:t>Examples of types of actions that are prohibited at Linux Foundation meetings and in connection with Linux Foundation activities are described in the Linux Foundation Antitrust Policy available at </a:t>
            </a:r>
            <a:r>
              <a:rPr lang="en" sz="1600" u="sng">
                <a:solidFill>
                  <a:schemeClr val="hlink"/>
                </a:solidFill>
                <a:latin typeface="Work Sans"/>
                <a:ea typeface="Work Sans"/>
                <a:cs typeface="Work Sans"/>
                <a:sym typeface="Work Sans"/>
                <a:hlinkClick r:id="rId3"/>
              </a:rPr>
              <a:t>http://www.linuxfoundation.org/antitrust-policy</a:t>
            </a:r>
            <a:r>
              <a:rPr lang="en" sz="1600">
                <a:solidFill>
                  <a:schemeClr val="dk1"/>
                </a:solidFill>
                <a:latin typeface="Work Sans"/>
                <a:ea typeface="Work Sans"/>
                <a:cs typeface="Work Sans"/>
                <a:sym typeface="Work Sans"/>
              </a:rPr>
              <a:t>. If you have questions about these matters, please contact your company counsel, or if you are a member of the Linux Foundation, feel free to contact Andrew Updegrove of the firm of Gesmer Updegrove LLP, which provides legal counsel to the Linux Foundation.</a:t>
            </a:r>
            <a:endParaRPr sz="1600">
              <a:latin typeface="Work Sans"/>
              <a:ea typeface="Work Sans"/>
              <a:cs typeface="Work Sans"/>
              <a:sym typeface="Work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0"/>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Agenda</a:t>
            </a:r>
            <a:endParaRPr/>
          </a:p>
        </p:txBody>
      </p:sp>
      <p:sp>
        <p:nvSpPr>
          <p:cNvPr id="127" name="Google Shape;127;p30"/>
          <p:cNvSpPr txBox="1"/>
          <p:nvPr>
            <p:ph idx="4294967295"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FFDE17"/>
              </a:buClr>
              <a:buSzPts val="1800"/>
              <a:buChar char="●"/>
            </a:pPr>
            <a:r>
              <a:rPr lang="en"/>
              <a:t>What's</a:t>
            </a:r>
            <a:r>
              <a:rPr lang="en"/>
              <a:t> new in Linux-6.11 ?</a:t>
            </a:r>
            <a:endParaRPr/>
          </a:p>
          <a:p>
            <a:pPr indent="-342900" lvl="0" marL="457200" rtl="0" algn="l">
              <a:lnSpc>
                <a:spcPct val="100000"/>
              </a:lnSpc>
              <a:spcBef>
                <a:spcPts val="0"/>
              </a:spcBef>
              <a:spcAft>
                <a:spcPts val="0"/>
              </a:spcAft>
              <a:buClr>
                <a:srgbClr val="FFDE17"/>
              </a:buClr>
              <a:buSzPts val="1800"/>
              <a:buChar char="●"/>
            </a:pPr>
            <a:r>
              <a:rPr lang="en"/>
              <a:t>RVA23 profile: Discovery updates</a:t>
            </a:r>
            <a:endParaRPr/>
          </a:p>
          <a:p>
            <a:pPr indent="-342900" lvl="0" marL="457200" rtl="0" algn="l">
              <a:lnSpc>
                <a:spcPct val="100000"/>
              </a:lnSpc>
              <a:spcBef>
                <a:spcPts val="0"/>
              </a:spcBef>
              <a:spcAft>
                <a:spcPts val="0"/>
              </a:spcAft>
              <a:buClr>
                <a:srgbClr val="FFDE17"/>
              </a:buClr>
              <a:buSzPts val="1800"/>
              <a:buChar char="●"/>
            </a:pPr>
            <a:r>
              <a:rPr lang="en"/>
              <a:t>2023-2H: Project updates</a:t>
            </a:r>
            <a:endParaRPr/>
          </a:p>
          <a:p>
            <a:pPr indent="-342900" lvl="0" marL="457200" rtl="0" algn="l">
              <a:lnSpc>
                <a:spcPct val="100000"/>
              </a:lnSpc>
              <a:spcBef>
                <a:spcPts val="0"/>
              </a:spcBef>
              <a:spcAft>
                <a:spcPts val="0"/>
              </a:spcAft>
              <a:buClr>
                <a:srgbClr val="FFDE17"/>
              </a:buClr>
              <a:buSzPts val="1800"/>
              <a:buChar char="●"/>
            </a:pPr>
            <a:r>
              <a:rPr lang="en"/>
              <a:t>2024-1H: Project updates</a:t>
            </a:r>
            <a:endParaRPr/>
          </a:p>
          <a:p>
            <a:pPr indent="-342900" lvl="0" marL="457200" rtl="0" algn="l">
              <a:lnSpc>
                <a:spcPct val="100000"/>
              </a:lnSpc>
              <a:spcBef>
                <a:spcPts val="0"/>
              </a:spcBef>
              <a:spcAft>
                <a:spcPts val="0"/>
              </a:spcAft>
              <a:buClr>
                <a:srgbClr val="FFDE17"/>
              </a:buClr>
              <a:buSzPts val="1800"/>
              <a:buChar char="●"/>
            </a:pPr>
            <a:r>
              <a:rPr lang="en"/>
              <a:t>2024-2H: </a:t>
            </a:r>
            <a:r>
              <a:rPr lang="en"/>
              <a:t>Priorities</a:t>
            </a:r>
            <a:endParaRPr/>
          </a:p>
          <a:p>
            <a:pPr indent="-342900" lvl="0" marL="457200" rtl="0" algn="l">
              <a:lnSpc>
                <a:spcPct val="100000"/>
              </a:lnSpc>
              <a:spcBef>
                <a:spcPts val="0"/>
              </a:spcBef>
              <a:spcAft>
                <a:spcPts val="0"/>
              </a:spcAft>
              <a:buClr>
                <a:srgbClr val="FFDE17"/>
              </a:buClr>
              <a:buSzPts val="1800"/>
              <a:buChar char="●"/>
            </a:pPr>
            <a:r>
              <a:rPr lang="en"/>
              <a:t>Percpu variable access optimization</a:t>
            </a:r>
            <a:endParaRPr/>
          </a:p>
          <a:p>
            <a:pPr indent="-342900" lvl="0" marL="457200" rtl="0" algn="l">
              <a:lnSpc>
                <a:spcPct val="100000"/>
              </a:lnSpc>
              <a:spcBef>
                <a:spcPts val="0"/>
              </a:spcBef>
              <a:spcAft>
                <a:spcPts val="0"/>
              </a:spcAft>
              <a:buClr>
                <a:srgbClr val="FFDE17"/>
              </a:buClr>
              <a:buSzPts val="1800"/>
              <a:buChar char="●"/>
            </a:pPr>
            <a:r>
              <a:rPr lang="en"/>
              <a:t>Open floor (remaining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1"/>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What’s new in Linux-6.11 ?</a:t>
            </a:r>
            <a:endParaRPr/>
          </a:p>
        </p:txBody>
      </p:sp>
      <p:sp>
        <p:nvSpPr>
          <p:cNvPr id="133" name="Google Shape;133;p31"/>
          <p:cNvSpPr txBox="1"/>
          <p:nvPr/>
        </p:nvSpPr>
        <p:spPr>
          <a:xfrm>
            <a:off x="311700" y="941525"/>
            <a:ext cx="8520600" cy="3922500"/>
          </a:xfrm>
          <a:prstGeom prst="rect">
            <a:avLst/>
          </a:prstGeom>
          <a:noFill/>
          <a:ln>
            <a:noFill/>
          </a:ln>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FFDE17"/>
              </a:buClr>
              <a:buSzPts val="1800"/>
              <a:buChar char="●"/>
            </a:pPr>
            <a:r>
              <a:rPr lang="en" sz="1800">
                <a:solidFill>
                  <a:srgbClr val="000000"/>
                </a:solidFill>
                <a:latin typeface="Work Sans"/>
                <a:ea typeface="Work Sans"/>
                <a:cs typeface="Work Sans"/>
                <a:sym typeface="Work Sans"/>
              </a:rPr>
              <a:t>Linux-6.</a:t>
            </a:r>
            <a:r>
              <a:rPr lang="en" sz="1800">
                <a:latin typeface="Work Sans"/>
                <a:ea typeface="Work Sans"/>
                <a:cs typeface="Work Sans"/>
                <a:sym typeface="Work Sans"/>
              </a:rPr>
              <a:t>10</a:t>
            </a:r>
            <a:r>
              <a:rPr lang="en" sz="1800">
                <a:solidFill>
                  <a:srgbClr val="000000"/>
                </a:solidFill>
                <a:latin typeface="Work Sans"/>
                <a:ea typeface="Work Sans"/>
                <a:cs typeface="Work Sans"/>
                <a:sym typeface="Work Sans"/>
              </a:rPr>
              <a:t> released </a:t>
            </a:r>
            <a:r>
              <a:rPr lang="en" sz="1800">
                <a:latin typeface="Work Sans"/>
                <a:ea typeface="Work Sans"/>
                <a:cs typeface="Work Sans"/>
                <a:sym typeface="Work Sans"/>
              </a:rPr>
              <a:t>on 14th July 2024 &amp; </a:t>
            </a:r>
            <a:r>
              <a:rPr lang="en" sz="1800">
                <a:solidFill>
                  <a:srgbClr val="000000"/>
                </a:solidFill>
                <a:latin typeface="Work Sans"/>
                <a:ea typeface="Work Sans"/>
                <a:cs typeface="Work Sans"/>
                <a:sym typeface="Work Sans"/>
              </a:rPr>
              <a:t>Linux-6.</a:t>
            </a:r>
            <a:r>
              <a:rPr lang="en" sz="1800">
                <a:latin typeface="Work Sans"/>
                <a:ea typeface="Work Sans"/>
                <a:cs typeface="Work Sans"/>
                <a:sym typeface="Work Sans"/>
              </a:rPr>
              <a:t>11-rc1</a:t>
            </a:r>
            <a:r>
              <a:rPr lang="en" sz="1800">
                <a:solidFill>
                  <a:srgbClr val="000000"/>
                </a:solidFill>
                <a:latin typeface="Work Sans"/>
                <a:ea typeface="Work Sans"/>
                <a:cs typeface="Work Sans"/>
                <a:sym typeface="Work Sans"/>
              </a:rPr>
              <a:t> </a:t>
            </a:r>
            <a:r>
              <a:rPr lang="en" sz="1800">
                <a:latin typeface="Work Sans"/>
                <a:ea typeface="Work Sans"/>
                <a:cs typeface="Work Sans"/>
                <a:sym typeface="Work Sans"/>
              </a:rPr>
              <a:t>released</a:t>
            </a:r>
            <a:r>
              <a:rPr lang="en" sz="1800">
                <a:latin typeface="Work Sans"/>
                <a:ea typeface="Work Sans"/>
                <a:cs typeface="Work Sans"/>
                <a:sym typeface="Work Sans"/>
              </a:rPr>
              <a:t> today</a:t>
            </a:r>
            <a:br>
              <a:rPr lang="en" sz="1800">
                <a:latin typeface="Work Sans"/>
                <a:ea typeface="Work Sans"/>
                <a:cs typeface="Work Sans"/>
                <a:sym typeface="Work Sans"/>
              </a:rPr>
            </a:br>
            <a:endParaRPr sz="1800">
              <a:solidFill>
                <a:srgbClr val="000000"/>
              </a:solidFill>
              <a:latin typeface="Work Sans"/>
              <a:ea typeface="Work Sans"/>
              <a:cs typeface="Work Sans"/>
              <a:sym typeface="Work Sans"/>
            </a:endParaRPr>
          </a:p>
          <a:p>
            <a:pPr indent="-342900" lvl="0" marL="457200" rtl="0" algn="l">
              <a:spcBef>
                <a:spcPts val="0"/>
              </a:spcBef>
              <a:spcAft>
                <a:spcPts val="0"/>
              </a:spcAft>
              <a:buClr>
                <a:srgbClr val="FFDE17"/>
              </a:buClr>
              <a:buSzPts val="1800"/>
              <a:buChar char="●"/>
            </a:pPr>
            <a:r>
              <a:rPr lang="en" sz="1800">
                <a:latin typeface="Work Sans"/>
                <a:ea typeface="Work Sans"/>
                <a:cs typeface="Work Sans"/>
                <a:sym typeface="Work Sans"/>
              </a:rPr>
              <a:t>Noteworthy stuff already merged for Linux-6.11</a:t>
            </a:r>
            <a:r>
              <a:rPr lang="en" sz="1800">
                <a:solidFill>
                  <a:srgbClr val="000000"/>
                </a:solidFill>
                <a:latin typeface="Work Sans"/>
                <a:ea typeface="Work Sans"/>
                <a:cs typeface="Work Sans"/>
                <a:sym typeface="Work Sans"/>
              </a:rPr>
              <a:t>:</a:t>
            </a:r>
            <a:endParaRPr sz="1800">
              <a:solidFill>
                <a:srgbClr val="000000"/>
              </a:solidFill>
              <a:latin typeface="Work Sans"/>
              <a:ea typeface="Work Sans"/>
              <a:cs typeface="Work Sans"/>
              <a:sym typeface="Work Sans"/>
            </a:endParaRPr>
          </a:p>
          <a:p>
            <a:pPr indent="-330200" lvl="1" marL="914400" rtl="0" algn="l">
              <a:spcBef>
                <a:spcPts val="0"/>
              </a:spcBef>
              <a:spcAft>
                <a:spcPts val="0"/>
              </a:spcAft>
              <a:buClr>
                <a:srgbClr val="000000"/>
              </a:buClr>
              <a:buSzPts val="1600"/>
              <a:buChar char="○"/>
            </a:pPr>
            <a:r>
              <a:rPr b="1" lang="en" sz="1600">
                <a:solidFill>
                  <a:srgbClr val="000000"/>
                </a:solidFill>
                <a:latin typeface="Work Sans"/>
                <a:ea typeface="Work Sans"/>
                <a:cs typeface="Work Sans"/>
                <a:sym typeface="Work Sans"/>
              </a:rPr>
              <a:t>Linux RISC-V</a:t>
            </a:r>
            <a:endParaRPr b="1" sz="1600">
              <a:solidFill>
                <a:srgbClr val="000000"/>
              </a:solidFill>
              <a:latin typeface="Work Sans"/>
              <a:ea typeface="Work Sans"/>
              <a:cs typeface="Work Sans"/>
              <a:sym typeface="Work Sans"/>
            </a:endParaRPr>
          </a:p>
          <a:p>
            <a:pPr indent="-317500" lvl="2" marL="1371600" rtl="0" algn="l">
              <a:spcBef>
                <a:spcPts val="0"/>
              </a:spcBef>
              <a:spcAft>
                <a:spcPts val="0"/>
              </a:spcAft>
              <a:buClr>
                <a:srgbClr val="000000"/>
              </a:buClr>
              <a:buSzPts val="1400"/>
              <a:buChar char="■"/>
            </a:pPr>
            <a:r>
              <a:rPr lang="en">
                <a:latin typeface="Work Sans"/>
                <a:ea typeface="Work Sans"/>
                <a:cs typeface="Work Sans"/>
                <a:sym typeface="Work Sans"/>
              </a:rPr>
              <a:t>Memory Hot(Un)plug</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ACPI </a:t>
            </a:r>
            <a:r>
              <a:rPr lang="en">
                <a:solidFill>
                  <a:schemeClr val="dk1"/>
                </a:solidFill>
                <a:latin typeface="Work Sans"/>
                <a:ea typeface="Work Sans"/>
                <a:cs typeface="Work Sans"/>
                <a:sym typeface="Work Sans"/>
              </a:rPr>
              <a:t>SMBIOS/DMI, </a:t>
            </a:r>
            <a:r>
              <a:rPr lang="en">
                <a:latin typeface="Work Sans"/>
                <a:ea typeface="Work Sans"/>
                <a:cs typeface="Work Sans"/>
                <a:sym typeface="Work Sans"/>
              </a:rPr>
              <a:t>SPCR, PPTT, and NUMA support</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Performance improvements and cleanups for text patching</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Support Zve32[xf] and Zve64[xfd] Vector sub-extensions</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Use Zawrs for spinlocks when available</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HWPROBE support for time CSR frequency</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HWPROBE support for highest user-space virtual address</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Char char="■"/>
            </a:pPr>
            <a:r>
              <a:rPr lang="en">
                <a:latin typeface="Work Sans"/>
                <a:ea typeface="Work Sans"/>
                <a:cs typeface="Work Sans"/>
                <a:sym typeface="Work Sans"/>
              </a:rPr>
              <a:t>HWPROBE support for Zimop, Zcmop, Zca, Zcf, Zcd, Zcb, and Zawrs extensions</a:t>
            </a:r>
            <a:br>
              <a:rPr lang="en">
                <a:latin typeface="Work Sans"/>
                <a:ea typeface="Work Sans"/>
                <a:cs typeface="Work Sans"/>
                <a:sym typeface="Work Sans"/>
              </a:rPr>
            </a:br>
            <a:endParaRPr>
              <a:solidFill>
                <a:srgbClr val="000000"/>
              </a:solidFill>
              <a:latin typeface="Work Sans"/>
              <a:ea typeface="Work Sans"/>
              <a:cs typeface="Work Sans"/>
              <a:sym typeface="Work Sans"/>
            </a:endParaRPr>
          </a:p>
          <a:p>
            <a:pPr indent="-330200" lvl="1" marL="914400" rtl="0" algn="l">
              <a:spcBef>
                <a:spcPts val="0"/>
              </a:spcBef>
              <a:spcAft>
                <a:spcPts val="0"/>
              </a:spcAft>
              <a:buClr>
                <a:srgbClr val="000000"/>
              </a:buClr>
              <a:buSzPts val="1600"/>
              <a:buChar char="○"/>
            </a:pPr>
            <a:r>
              <a:rPr b="1" lang="en" sz="1600">
                <a:solidFill>
                  <a:srgbClr val="000000"/>
                </a:solidFill>
                <a:latin typeface="Work Sans"/>
                <a:ea typeface="Work Sans"/>
                <a:cs typeface="Work Sans"/>
                <a:sym typeface="Work Sans"/>
              </a:rPr>
              <a:t>KVM RISC-V</a:t>
            </a:r>
            <a:endParaRPr b="1" sz="1600">
              <a:solidFill>
                <a:srgbClr val="000000"/>
              </a:solidFill>
              <a:latin typeface="Work Sans"/>
              <a:ea typeface="Work Sans"/>
              <a:cs typeface="Work Sans"/>
              <a:sym typeface="Work Sans"/>
            </a:endParaRPr>
          </a:p>
          <a:p>
            <a:pPr indent="-317500" lvl="2" marL="1371600" rtl="0" algn="l">
              <a:spcBef>
                <a:spcPts val="0"/>
              </a:spcBef>
              <a:spcAft>
                <a:spcPts val="0"/>
              </a:spcAft>
              <a:buClr>
                <a:srgbClr val="000000"/>
              </a:buClr>
              <a:buSzPts val="1400"/>
              <a:buChar char="■"/>
            </a:pPr>
            <a:r>
              <a:rPr lang="en">
                <a:latin typeface="Work Sans"/>
                <a:ea typeface="Work Sans"/>
                <a:cs typeface="Work Sans"/>
                <a:sym typeface="Work Sans"/>
              </a:rPr>
              <a:t>AIA IMSIC HW guest file support</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Perf KVM stat support</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Font typeface="Work Sans"/>
              <a:buChar char="■"/>
            </a:pPr>
            <a:r>
              <a:rPr lang="en">
                <a:latin typeface="Work Sans"/>
                <a:ea typeface="Work Sans"/>
                <a:cs typeface="Work Sans"/>
                <a:sym typeface="Work Sans"/>
              </a:rPr>
              <a:t>Virtualize Zawrs for guest</a:t>
            </a:r>
            <a:endParaRPr>
              <a:latin typeface="Work Sans"/>
              <a:ea typeface="Work Sans"/>
              <a:cs typeface="Work Sans"/>
              <a:sym typeface="Work Sans"/>
            </a:endParaRPr>
          </a:p>
          <a:p>
            <a:pPr indent="-317500" lvl="2" marL="1371600" rtl="0" algn="l">
              <a:spcBef>
                <a:spcPts val="0"/>
              </a:spcBef>
              <a:spcAft>
                <a:spcPts val="0"/>
              </a:spcAft>
              <a:buClr>
                <a:srgbClr val="000000"/>
              </a:buClr>
              <a:buSzPts val="1400"/>
              <a:buChar char="■"/>
            </a:pPr>
            <a:r>
              <a:rPr lang="en">
                <a:latin typeface="Work Sans"/>
                <a:ea typeface="Work Sans"/>
                <a:cs typeface="Work Sans"/>
                <a:sym typeface="Work Sans"/>
              </a:rPr>
              <a:t>ONE_REG support for </a:t>
            </a:r>
            <a:r>
              <a:rPr lang="en">
                <a:solidFill>
                  <a:schemeClr val="dk1"/>
                </a:solidFill>
                <a:latin typeface="Work Sans"/>
                <a:ea typeface="Work Sans"/>
                <a:cs typeface="Work Sans"/>
                <a:sym typeface="Work Sans"/>
              </a:rPr>
              <a:t>Zimop, Zcmop, Zca, Zcf, Zcd, Zcb, and Zawrs extensions</a:t>
            </a:r>
            <a:endParaRPr>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2"/>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RVA23 profile: Discovery updates</a:t>
            </a:r>
            <a:endParaRPr/>
          </a:p>
        </p:txBody>
      </p:sp>
      <p:sp>
        <p:nvSpPr>
          <p:cNvPr id="139" name="Google Shape;139;p32"/>
          <p:cNvSpPr txBox="1"/>
          <p:nvPr/>
        </p:nvSpPr>
        <p:spPr>
          <a:xfrm>
            <a:off x="374625" y="941525"/>
            <a:ext cx="7705800" cy="3078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accent6"/>
              </a:buClr>
              <a:buSzPts val="1800"/>
              <a:buFont typeface="Work Sans"/>
              <a:buChar char="●"/>
            </a:pPr>
            <a:r>
              <a:rPr b="1" lang="en" sz="1800">
                <a:solidFill>
                  <a:schemeClr val="dk2"/>
                </a:solidFill>
                <a:latin typeface="Work Sans"/>
                <a:ea typeface="Work Sans"/>
                <a:cs typeface="Work Sans"/>
                <a:sym typeface="Work Sans"/>
              </a:rPr>
              <a:t>HWPROBE additions in Linux-6.11</a:t>
            </a:r>
            <a:endParaRPr b="1" sz="1800">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Zimop, Zcmop, Zcb, Zawrs</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Highest virtual address for user-space</a:t>
            </a:r>
            <a:endParaRPr>
              <a:solidFill>
                <a:schemeClr val="dk2"/>
              </a:solidFill>
              <a:latin typeface="Work Sans"/>
              <a:ea typeface="Work Sans"/>
              <a:cs typeface="Work Sans"/>
              <a:sym typeface="Work Sans"/>
            </a:endParaRPr>
          </a:p>
          <a:p>
            <a:pPr indent="0" lvl="0" marL="914400" rtl="0" algn="l">
              <a:spcBef>
                <a:spcPts val="0"/>
              </a:spcBef>
              <a:spcAft>
                <a:spcPts val="0"/>
              </a:spcAft>
              <a:buNone/>
            </a:pPr>
            <a:r>
              <a:t/>
            </a:r>
            <a:endParaRPr sz="1800">
              <a:solidFill>
                <a:schemeClr val="dk2"/>
              </a:solidFill>
              <a:latin typeface="Work Sans"/>
              <a:ea typeface="Work Sans"/>
              <a:cs typeface="Work Sans"/>
              <a:sym typeface="Work Sans"/>
            </a:endParaRPr>
          </a:p>
          <a:p>
            <a:pPr indent="-342900" lvl="0" marL="457200" rtl="0" algn="l">
              <a:spcBef>
                <a:spcPts val="0"/>
              </a:spcBef>
              <a:spcAft>
                <a:spcPts val="0"/>
              </a:spcAft>
              <a:buClr>
                <a:schemeClr val="accent6"/>
              </a:buClr>
              <a:buSzPts val="1800"/>
              <a:buFont typeface="Work Sans"/>
              <a:buChar char="●"/>
            </a:pPr>
            <a:r>
              <a:rPr b="1" lang="en" sz="1800">
                <a:solidFill>
                  <a:schemeClr val="dk2"/>
                </a:solidFill>
                <a:latin typeface="Work Sans"/>
                <a:ea typeface="Work Sans"/>
                <a:cs typeface="Work Sans"/>
                <a:sym typeface="Work Sans"/>
              </a:rPr>
              <a:t>KVM ONE_REG additions in Linux-6.11</a:t>
            </a:r>
            <a:endParaRPr b="1" sz="1800">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Zimop, Zcmop, Zcb, Zawrs</a:t>
            </a:r>
            <a:endParaRPr>
              <a:solidFill>
                <a:schemeClr val="dk2"/>
              </a:solidFill>
              <a:latin typeface="Work Sans"/>
              <a:ea typeface="Work Sans"/>
              <a:cs typeface="Work Sans"/>
              <a:sym typeface="Work Sans"/>
            </a:endParaRPr>
          </a:p>
          <a:p>
            <a:pPr indent="0" lvl="0" marL="0" rtl="0" algn="l">
              <a:spcBef>
                <a:spcPts val="0"/>
              </a:spcBef>
              <a:spcAft>
                <a:spcPts val="0"/>
              </a:spcAft>
              <a:buNone/>
            </a:pPr>
            <a:r>
              <a:t/>
            </a:r>
            <a:endParaRPr>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Kernel HWPROBE </a:t>
            </a:r>
            <a:r>
              <a:rPr lang="en" sz="1800">
                <a:latin typeface="Work Sans"/>
                <a:ea typeface="Work Sans"/>
                <a:cs typeface="Work Sans"/>
                <a:sym typeface="Work Sans"/>
              </a:rPr>
              <a:t>(29-07-2024</a:t>
            </a:r>
            <a:r>
              <a:rPr lang="en" sz="1800">
                <a:solidFill>
                  <a:schemeClr val="dk1"/>
                </a:solidFill>
                <a:latin typeface="Work Sans"/>
                <a:ea typeface="Work Sans"/>
                <a:cs typeface="Work Sans"/>
                <a:sym typeface="Work Sans"/>
              </a:rPr>
              <a:t>, </a:t>
            </a:r>
            <a:r>
              <a:rPr lang="en" sz="1800" u="sng">
                <a:solidFill>
                  <a:schemeClr val="hlink"/>
                </a:solidFill>
                <a:latin typeface="Work Sans"/>
                <a:ea typeface="Work Sans"/>
                <a:cs typeface="Work Sans"/>
                <a:sym typeface="Work Sans"/>
                <a:hlinkClick r:id="rId3"/>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SzPts val="1400"/>
              <a:buFont typeface="Work Sans"/>
              <a:buChar char="○"/>
            </a:pPr>
            <a:r>
              <a:rPr lang="en">
                <a:latin typeface="Work Sans"/>
                <a:ea typeface="Work Sans"/>
                <a:cs typeface="Work Sans"/>
                <a:sym typeface="Work Sans"/>
              </a:rPr>
              <a:t>NA - 33 (39.76%), TBD - 7 (8.43%), </a:t>
            </a:r>
            <a:r>
              <a:rPr b="1" lang="en">
                <a:solidFill>
                  <a:srgbClr val="6AA84F"/>
                </a:solidFill>
                <a:latin typeface="Work Sans"/>
                <a:ea typeface="Work Sans"/>
                <a:cs typeface="Work Sans"/>
                <a:sym typeface="Work Sans"/>
              </a:rPr>
              <a:t>COMPLETED - 43 (51.81%)</a:t>
            </a:r>
            <a:r>
              <a:rPr lang="en">
                <a:solidFill>
                  <a:schemeClr val="dk1"/>
                </a:solidFill>
                <a:latin typeface="Work Sans"/>
                <a:ea typeface="Work Sans"/>
                <a:cs typeface="Work Sans"/>
                <a:sym typeface="Work Sans"/>
              </a:rPr>
              <a:t>, TOTAL - 83</a:t>
            </a:r>
            <a:endParaRPr b="1">
              <a:solidFill>
                <a:srgbClr val="6AA84F"/>
              </a:solidFill>
              <a:latin typeface="Work Sans"/>
              <a:ea typeface="Work Sans"/>
              <a:cs typeface="Work Sans"/>
              <a:sym typeface="Work Sans"/>
            </a:endParaRPr>
          </a:p>
          <a:p>
            <a:pPr indent="0" lvl="0" marL="914400" rtl="0" algn="l">
              <a:spcBef>
                <a:spcPts val="0"/>
              </a:spcBef>
              <a:spcAft>
                <a:spcPts val="0"/>
              </a:spcAft>
              <a:buNone/>
            </a:pPr>
            <a:r>
              <a:t/>
            </a:r>
            <a:endParaRPr>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KVM ONE_REG </a:t>
            </a:r>
            <a:r>
              <a:rPr lang="en" sz="1800">
                <a:latin typeface="Work Sans"/>
                <a:ea typeface="Work Sans"/>
                <a:cs typeface="Work Sans"/>
                <a:sym typeface="Work Sans"/>
              </a:rPr>
              <a:t>(29-07-2024</a:t>
            </a:r>
            <a:r>
              <a:rPr lang="en" sz="1800">
                <a:solidFill>
                  <a:schemeClr val="dk1"/>
                </a:solidFill>
                <a:latin typeface="Work Sans"/>
                <a:ea typeface="Work Sans"/>
                <a:cs typeface="Work Sans"/>
                <a:sym typeface="Work Sans"/>
              </a:rPr>
              <a:t>, </a:t>
            </a:r>
            <a:r>
              <a:rPr lang="en" sz="1800" u="sng">
                <a:solidFill>
                  <a:schemeClr val="hlink"/>
                </a:solidFill>
                <a:latin typeface="Work Sans"/>
                <a:ea typeface="Work Sans"/>
                <a:cs typeface="Work Sans"/>
                <a:sym typeface="Work Sans"/>
                <a:hlinkClick r:id="rId4"/>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SzPts val="1400"/>
              <a:buFont typeface="Work Sans"/>
              <a:buChar char="○"/>
            </a:pPr>
            <a:r>
              <a:rPr lang="en">
                <a:latin typeface="Work Sans"/>
                <a:ea typeface="Work Sans"/>
                <a:cs typeface="Work Sans"/>
                <a:sym typeface="Work Sans"/>
              </a:rPr>
              <a:t>NA - 10 (12.05%), TBD - 20 (24.10%), </a:t>
            </a:r>
            <a:r>
              <a:rPr b="1" lang="en">
                <a:solidFill>
                  <a:srgbClr val="6AA84F"/>
                </a:solidFill>
                <a:latin typeface="Work Sans"/>
                <a:ea typeface="Work Sans"/>
                <a:cs typeface="Work Sans"/>
                <a:sym typeface="Work Sans"/>
              </a:rPr>
              <a:t>COMPLETED - 53 (63.85%)</a:t>
            </a:r>
            <a:r>
              <a:rPr lang="en">
                <a:solidFill>
                  <a:schemeClr val="dk1"/>
                </a:solidFill>
                <a:latin typeface="Work Sans"/>
                <a:ea typeface="Work Sans"/>
                <a:cs typeface="Work Sans"/>
                <a:sym typeface="Work Sans"/>
              </a:rPr>
              <a:t>, TOTAL - 83</a:t>
            </a:r>
            <a:endParaRPr b="1">
              <a:solidFill>
                <a:srgbClr val="6AA84F"/>
              </a:solidFill>
              <a:latin typeface="Work Sans"/>
              <a:ea typeface="Work Sans"/>
              <a:cs typeface="Work Sans"/>
              <a:sym typeface="Wor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3"/>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2023-2H: Project updates</a:t>
            </a:r>
            <a:endParaRPr/>
          </a:p>
        </p:txBody>
      </p:sp>
      <p:sp>
        <p:nvSpPr>
          <p:cNvPr id="145" name="Google Shape;145;p33"/>
          <p:cNvSpPr txBox="1"/>
          <p:nvPr/>
        </p:nvSpPr>
        <p:spPr>
          <a:xfrm>
            <a:off x="374625" y="941525"/>
            <a:ext cx="8347800" cy="3263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2023-2H: Projects moved to 2024-2H due to SBI v3.0 dependency</a:t>
            </a:r>
            <a:endParaRPr b="1"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latin typeface="Work Sans"/>
                <a:ea typeface="Work Sans"/>
                <a:cs typeface="Work Sans"/>
                <a:sym typeface="Work Sans"/>
              </a:rPr>
              <a:t>LK_01_005 </a:t>
            </a:r>
            <a:r>
              <a:rPr lang="en">
                <a:latin typeface="Work Sans"/>
                <a:ea typeface="Work Sans"/>
                <a:cs typeface="Work Sans"/>
                <a:sym typeface="Work Sans"/>
              </a:rPr>
              <a:t>- Native/hosted debug support</a:t>
            </a:r>
            <a:endParaRPr>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latin typeface="Work Sans"/>
                <a:ea typeface="Work Sans"/>
                <a:cs typeface="Work Sans"/>
                <a:sym typeface="Work Sans"/>
              </a:rPr>
              <a:t>LK_02_011  </a:t>
            </a:r>
            <a:r>
              <a:rPr lang="en">
                <a:latin typeface="Work Sans"/>
                <a:ea typeface="Work Sans"/>
                <a:cs typeface="Work Sans"/>
                <a:sym typeface="Work Sans"/>
              </a:rPr>
              <a:t>- KVM Native/hosted debug virtualization</a:t>
            </a:r>
            <a:br>
              <a:rPr b="1" lang="en">
                <a:latin typeface="Work Sans"/>
                <a:ea typeface="Work Sans"/>
                <a:cs typeface="Work Sans"/>
                <a:sym typeface="Work Sans"/>
              </a:rPr>
            </a:br>
            <a:endParaRPr b="1">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2023-2H: Recently upstreamed projects</a:t>
            </a:r>
            <a:endParaRPr b="1"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solidFill>
                  <a:schemeClr val="dk2"/>
                </a:solidFill>
                <a:latin typeface="Work Sans"/>
                <a:ea typeface="Work Sans"/>
                <a:cs typeface="Work Sans"/>
                <a:sym typeface="Work Sans"/>
              </a:rPr>
              <a:t>LK_00_005</a:t>
            </a:r>
            <a:r>
              <a:rPr lang="en">
                <a:solidFill>
                  <a:schemeClr val="dk2"/>
                </a:solidFill>
                <a:latin typeface="Work Sans"/>
                <a:ea typeface="Work Sans"/>
                <a:cs typeface="Work Sans"/>
                <a:sym typeface="Work Sans"/>
              </a:rPr>
              <a:t> - Memory Hot(Un)plug</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LK_02_003</a:t>
            </a:r>
            <a:r>
              <a:rPr lang="en">
                <a:solidFill>
                  <a:schemeClr val="dk2"/>
                </a:solidFill>
                <a:latin typeface="Work Sans"/>
                <a:ea typeface="Work Sans"/>
                <a:cs typeface="Work Sans"/>
                <a:sym typeface="Work Sans"/>
              </a:rPr>
              <a:t> - KVM AIA IMSIC guest file support</a:t>
            </a:r>
            <a:br>
              <a:rPr lang="en">
                <a:solidFill>
                  <a:schemeClr val="dk2"/>
                </a:solidFill>
                <a:latin typeface="Work Sans"/>
                <a:ea typeface="Work Sans"/>
                <a:cs typeface="Work Sans"/>
                <a:sym typeface="Work Sans"/>
              </a:rPr>
            </a:br>
            <a:endParaRPr b="1" sz="1600">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2023-2H: Development status </a:t>
            </a:r>
            <a:r>
              <a:rPr lang="en" sz="1800">
                <a:latin typeface="Work Sans"/>
                <a:ea typeface="Work Sans"/>
                <a:cs typeface="Work Sans"/>
                <a:sym typeface="Work Sans"/>
              </a:rPr>
              <a:t>(29-07-2024</a:t>
            </a:r>
            <a:r>
              <a:rPr lang="en" sz="1800">
                <a:solidFill>
                  <a:schemeClr val="dk1"/>
                </a:solidFill>
                <a:latin typeface="Work Sans"/>
                <a:ea typeface="Work Sans"/>
                <a:cs typeface="Work Sans"/>
                <a:sym typeface="Work Sans"/>
              </a:rPr>
              <a:t>, </a:t>
            </a:r>
            <a:r>
              <a:rPr lang="en" sz="1800" u="sng">
                <a:solidFill>
                  <a:schemeClr val="hlink"/>
                </a:solidFill>
                <a:latin typeface="Work Sans"/>
                <a:ea typeface="Work Sans"/>
                <a:cs typeface="Work Sans"/>
                <a:sym typeface="Work Sans"/>
                <a:hlinkClick r:id="rId3"/>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solidFill>
                  <a:srgbClr val="6AA84F"/>
                </a:solidFill>
                <a:latin typeface="Work Sans"/>
                <a:ea typeface="Work Sans"/>
                <a:cs typeface="Work Sans"/>
                <a:sym typeface="Work Sans"/>
              </a:rPr>
              <a:t>COMPLETED - 25 (100%)</a:t>
            </a:r>
            <a:r>
              <a:rPr lang="en">
                <a:solidFill>
                  <a:schemeClr val="dk1"/>
                </a:solidFill>
                <a:latin typeface="Work Sans"/>
                <a:ea typeface="Work Sans"/>
                <a:cs typeface="Work Sans"/>
                <a:sym typeface="Work Sans"/>
              </a:rPr>
              <a:t>, TOTAL - 25</a:t>
            </a:r>
            <a:endParaRPr b="1">
              <a:solidFill>
                <a:srgbClr val="6AA84F"/>
              </a:solidFill>
              <a:latin typeface="Work Sans"/>
              <a:ea typeface="Work Sans"/>
              <a:cs typeface="Work Sans"/>
              <a:sym typeface="Work Sans"/>
            </a:endParaRPr>
          </a:p>
          <a:p>
            <a:pPr indent="0" lvl="0" marL="914400" rtl="0" algn="l">
              <a:spcBef>
                <a:spcPts val="0"/>
              </a:spcBef>
              <a:spcAft>
                <a:spcPts val="0"/>
              </a:spcAft>
              <a:buNone/>
            </a:pPr>
            <a:r>
              <a:t/>
            </a:r>
            <a:endParaRPr>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2023-2H: Upstreaming status </a:t>
            </a:r>
            <a:r>
              <a:rPr lang="en" sz="1800">
                <a:latin typeface="Work Sans"/>
                <a:ea typeface="Work Sans"/>
                <a:cs typeface="Work Sans"/>
                <a:sym typeface="Work Sans"/>
              </a:rPr>
              <a:t>(</a:t>
            </a:r>
            <a:r>
              <a:rPr lang="en" sz="1800">
                <a:solidFill>
                  <a:schemeClr val="dk1"/>
                </a:solidFill>
                <a:latin typeface="Work Sans"/>
                <a:ea typeface="Work Sans"/>
                <a:cs typeface="Work Sans"/>
                <a:sym typeface="Work Sans"/>
              </a:rPr>
              <a:t>29</a:t>
            </a:r>
            <a:r>
              <a:rPr lang="en" sz="1800">
                <a:solidFill>
                  <a:schemeClr val="dk1"/>
                </a:solidFill>
                <a:latin typeface="Work Sans"/>
                <a:ea typeface="Work Sans"/>
                <a:cs typeface="Work Sans"/>
                <a:sym typeface="Work Sans"/>
              </a:rPr>
              <a:t>-07-2024</a:t>
            </a:r>
            <a:r>
              <a:rPr lang="en" sz="1800">
                <a:solidFill>
                  <a:schemeClr val="dk1"/>
                </a:solidFill>
                <a:latin typeface="Work Sans"/>
                <a:ea typeface="Work Sans"/>
                <a:cs typeface="Work Sans"/>
                <a:sym typeface="Work Sans"/>
              </a:rPr>
              <a:t>, </a:t>
            </a:r>
            <a:r>
              <a:rPr lang="en" sz="1800" u="sng">
                <a:solidFill>
                  <a:schemeClr val="hlink"/>
                </a:solidFill>
                <a:latin typeface="Work Sans"/>
                <a:ea typeface="Work Sans"/>
                <a:cs typeface="Work Sans"/>
                <a:sym typeface="Work Sans"/>
                <a:hlinkClick r:id="rId4"/>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lang="en">
                <a:latin typeface="Work Sans"/>
                <a:ea typeface="Work Sans"/>
                <a:cs typeface="Work Sans"/>
                <a:sym typeface="Work Sans"/>
              </a:rPr>
              <a:t>TBD - 1 (4%), ONGOING - 3 (12%), </a:t>
            </a:r>
            <a:r>
              <a:rPr b="1" lang="en">
                <a:solidFill>
                  <a:srgbClr val="6AA84F"/>
                </a:solidFill>
                <a:latin typeface="Work Sans"/>
                <a:ea typeface="Work Sans"/>
                <a:cs typeface="Work Sans"/>
                <a:sym typeface="Work Sans"/>
              </a:rPr>
              <a:t>COMPLETED - 21 (84%)</a:t>
            </a:r>
            <a:r>
              <a:rPr lang="en">
                <a:solidFill>
                  <a:schemeClr val="dk1"/>
                </a:solidFill>
                <a:latin typeface="Work Sans"/>
                <a:ea typeface="Work Sans"/>
                <a:cs typeface="Work Sans"/>
                <a:sym typeface="Work Sans"/>
              </a:rPr>
              <a:t>, TOTAL - 25</a:t>
            </a:r>
            <a:endParaRPr b="1">
              <a:solidFill>
                <a:srgbClr val="6AA84F"/>
              </a:solidFill>
              <a:latin typeface="Work Sans"/>
              <a:ea typeface="Work Sans"/>
              <a:cs typeface="Work Sans"/>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4"/>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2024-1H: Project updates</a:t>
            </a:r>
            <a:endParaRPr/>
          </a:p>
        </p:txBody>
      </p:sp>
      <p:sp>
        <p:nvSpPr>
          <p:cNvPr id="151" name="Google Shape;151;p34"/>
          <p:cNvSpPr txBox="1"/>
          <p:nvPr/>
        </p:nvSpPr>
        <p:spPr>
          <a:xfrm>
            <a:off x="374625" y="941525"/>
            <a:ext cx="8347800" cy="3478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2024-1H: Recently upstreamed projects</a:t>
            </a:r>
            <a:endParaRPr b="1"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solidFill>
                  <a:schemeClr val="dk2"/>
                </a:solidFill>
                <a:latin typeface="Work Sans"/>
                <a:ea typeface="Work Sans"/>
                <a:cs typeface="Work Sans"/>
                <a:sym typeface="Work Sans"/>
              </a:rPr>
              <a:t>LK_01_015  </a:t>
            </a:r>
            <a:r>
              <a:rPr lang="en">
                <a:solidFill>
                  <a:schemeClr val="dk2"/>
                </a:solidFill>
                <a:latin typeface="Work Sans"/>
                <a:ea typeface="Work Sans"/>
                <a:cs typeface="Work Sans"/>
                <a:sym typeface="Work Sans"/>
              </a:rPr>
              <a:t>- PMU snapshot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LK_01_019 </a:t>
            </a:r>
            <a:r>
              <a:rPr lang="en">
                <a:solidFill>
                  <a:schemeClr val="dk2"/>
                </a:solidFill>
                <a:latin typeface="Work Sans"/>
                <a:ea typeface="Work Sans"/>
                <a:cs typeface="Work Sans"/>
                <a:sym typeface="Work Sans"/>
              </a:rPr>
              <a:t> - Zawrs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LK_01_029</a:t>
            </a:r>
            <a:r>
              <a:rPr lang="en">
                <a:solidFill>
                  <a:schemeClr val="dk2"/>
                </a:solidFill>
                <a:latin typeface="Work Sans"/>
                <a:ea typeface="Work Sans"/>
                <a:cs typeface="Work Sans"/>
                <a:sym typeface="Work Sans"/>
              </a:rPr>
              <a:t> - ACPI NUMA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LK_01_030</a:t>
            </a:r>
            <a:r>
              <a:rPr lang="en">
                <a:solidFill>
                  <a:schemeClr val="dk2"/>
                </a:solidFill>
                <a:latin typeface="Work Sans"/>
                <a:ea typeface="Work Sans"/>
                <a:cs typeface="Work Sans"/>
                <a:sym typeface="Work Sans"/>
              </a:rPr>
              <a:t> - ACPI PPTT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LK_01_035</a:t>
            </a:r>
            <a:r>
              <a:rPr lang="en">
                <a:solidFill>
                  <a:schemeClr val="dk2"/>
                </a:solidFill>
                <a:latin typeface="Work Sans"/>
                <a:ea typeface="Work Sans"/>
                <a:cs typeface="Work Sans"/>
                <a:sym typeface="Work Sans"/>
              </a:rPr>
              <a:t> - ACPI SPCR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LK_01_036</a:t>
            </a:r>
            <a:r>
              <a:rPr lang="en">
                <a:solidFill>
                  <a:schemeClr val="dk2"/>
                </a:solidFill>
                <a:latin typeface="Work Sans"/>
                <a:ea typeface="Work Sans"/>
                <a:cs typeface="Work Sans"/>
                <a:sym typeface="Work Sans"/>
              </a:rPr>
              <a:t> - ACPI SMBIOS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LK_01_040</a:t>
            </a:r>
            <a:r>
              <a:rPr lang="en">
                <a:solidFill>
                  <a:schemeClr val="dk2"/>
                </a:solidFill>
                <a:latin typeface="Work Sans"/>
                <a:ea typeface="Work Sans"/>
                <a:cs typeface="Work Sans"/>
                <a:sym typeface="Work Sans"/>
              </a:rPr>
              <a:t> - CRC API optimization using Zbc extension</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LK_02_010 </a:t>
            </a:r>
            <a:r>
              <a:rPr lang="en">
                <a:solidFill>
                  <a:schemeClr val="dk2"/>
                </a:solidFill>
                <a:latin typeface="Work Sans"/>
                <a:ea typeface="Work Sans"/>
                <a:cs typeface="Work Sans"/>
                <a:sym typeface="Work Sans"/>
              </a:rPr>
              <a:t>- KVM PMU snapshot virtualization</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LK_02_015</a:t>
            </a:r>
            <a:r>
              <a:rPr lang="en">
                <a:solidFill>
                  <a:schemeClr val="dk2"/>
                </a:solidFill>
                <a:latin typeface="Work Sans"/>
                <a:ea typeface="Work Sans"/>
                <a:cs typeface="Work Sans"/>
                <a:sym typeface="Work Sans"/>
              </a:rPr>
              <a:t> - KVM Zawrs virtualization</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LK_02_022 </a:t>
            </a:r>
            <a:r>
              <a:rPr lang="en">
                <a:solidFill>
                  <a:schemeClr val="dk2"/>
                </a:solidFill>
                <a:latin typeface="Work Sans"/>
                <a:ea typeface="Work Sans"/>
                <a:cs typeface="Work Sans"/>
                <a:sym typeface="Work Sans"/>
              </a:rPr>
              <a:t>- KVM Perf sampling support for guest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2"/>
              </a:buClr>
              <a:buSzPts val="1400"/>
              <a:buFont typeface="Work Sans"/>
              <a:buChar char="○"/>
            </a:pPr>
            <a:r>
              <a:rPr b="1" lang="en">
                <a:solidFill>
                  <a:schemeClr val="dk2"/>
                </a:solidFill>
                <a:latin typeface="Work Sans"/>
                <a:ea typeface="Work Sans"/>
                <a:cs typeface="Work Sans"/>
                <a:sym typeface="Work Sans"/>
              </a:rPr>
              <a:t>LK_03_009 </a:t>
            </a:r>
            <a:r>
              <a:rPr lang="en">
                <a:solidFill>
                  <a:schemeClr val="dk2"/>
                </a:solidFill>
                <a:latin typeface="Work Sans"/>
                <a:ea typeface="Work Sans"/>
                <a:cs typeface="Work Sans"/>
                <a:sym typeface="Work Sans"/>
              </a:rPr>
              <a:t>- QEMU-KVM debug console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solidFill>
                  <a:schemeClr val="dk2"/>
                </a:solidFill>
                <a:latin typeface="Work Sans"/>
                <a:ea typeface="Work Sans"/>
                <a:cs typeface="Work Sans"/>
                <a:sym typeface="Work Sans"/>
              </a:rPr>
              <a:t>LK_03_028</a:t>
            </a:r>
            <a:r>
              <a:rPr lang="en">
                <a:solidFill>
                  <a:schemeClr val="dk2"/>
                </a:solidFill>
                <a:latin typeface="Work Sans"/>
                <a:ea typeface="Work Sans"/>
                <a:cs typeface="Work Sans"/>
                <a:sym typeface="Work Sans"/>
              </a:rPr>
              <a:t> - KVMTOOL Zacas support</a:t>
            </a:r>
            <a:endParaRPr>
              <a:solidFill>
                <a:schemeClr val="dk2"/>
              </a:solidFill>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b="1" lang="en">
                <a:solidFill>
                  <a:schemeClr val="dk2"/>
                </a:solidFill>
                <a:latin typeface="Work Sans"/>
                <a:ea typeface="Work Sans"/>
                <a:cs typeface="Work Sans"/>
                <a:sym typeface="Work Sans"/>
              </a:rPr>
              <a:t>LK_03_029</a:t>
            </a:r>
            <a:r>
              <a:rPr lang="en">
                <a:solidFill>
                  <a:schemeClr val="dk2"/>
                </a:solidFill>
                <a:latin typeface="Work Sans"/>
                <a:ea typeface="Work Sans"/>
                <a:cs typeface="Work Sans"/>
                <a:sym typeface="Work Sans"/>
              </a:rPr>
              <a:t> - QEMU-KVM Zacas support</a:t>
            </a:r>
            <a:br>
              <a:rPr lang="en">
                <a:solidFill>
                  <a:schemeClr val="dk2"/>
                </a:solidFill>
                <a:latin typeface="Work Sans"/>
                <a:ea typeface="Work Sans"/>
                <a:cs typeface="Work Sans"/>
                <a:sym typeface="Work Sans"/>
              </a:rPr>
            </a:br>
            <a:endParaRPr>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5"/>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2024-1H: Project updates (Contd.)</a:t>
            </a:r>
            <a:endParaRPr/>
          </a:p>
        </p:txBody>
      </p:sp>
      <p:sp>
        <p:nvSpPr>
          <p:cNvPr id="157" name="Google Shape;157;p35"/>
          <p:cNvSpPr txBox="1"/>
          <p:nvPr/>
        </p:nvSpPr>
        <p:spPr>
          <a:xfrm>
            <a:off x="374625" y="941525"/>
            <a:ext cx="8347800" cy="1385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2024-1H: Development status </a:t>
            </a:r>
            <a:r>
              <a:rPr lang="en" sz="1800">
                <a:latin typeface="Work Sans"/>
                <a:ea typeface="Work Sans"/>
                <a:cs typeface="Work Sans"/>
                <a:sym typeface="Work Sans"/>
              </a:rPr>
              <a:t>(29-07-2024</a:t>
            </a:r>
            <a:r>
              <a:rPr lang="en" sz="1800">
                <a:solidFill>
                  <a:schemeClr val="dk1"/>
                </a:solidFill>
                <a:latin typeface="Work Sans"/>
                <a:ea typeface="Work Sans"/>
                <a:cs typeface="Work Sans"/>
                <a:sym typeface="Work Sans"/>
              </a:rPr>
              <a:t>, </a:t>
            </a:r>
            <a:r>
              <a:rPr lang="en" sz="1800" u="sng">
                <a:solidFill>
                  <a:schemeClr val="hlink"/>
                </a:solidFill>
                <a:latin typeface="Work Sans"/>
                <a:ea typeface="Work Sans"/>
                <a:cs typeface="Work Sans"/>
                <a:sym typeface="Work Sans"/>
                <a:hlinkClick r:id="rId3"/>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TBD - 4 (8.7%), ONGOING - 1 (2.17%), </a:t>
            </a:r>
            <a:r>
              <a:rPr b="1" lang="en">
                <a:solidFill>
                  <a:srgbClr val="6AA84F"/>
                </a:solidFill>
                <a:latin typeface="Work Sans"/>
                <a:ea typeface="Work Sans"/>
                <a:cs typeface="Work Sans"/>
                <a:sym typeface="Work Sans"/>
              </a:rPr>
              <a:t>COMPLETED - 41 (89.13%)</a:t>
            </a:r>
            <a:r>
              <a:rPr lang="en">
                <a:solidFill>
                  <a:schemeClr val="dk1"/>
                </a:solidFill>
                <a:latin typeface="Work Sans"/>
                <a:ea typeface="Work Sans"/>
                <a:cs typeface="Work Sans"/>
                <a:sym typeface="Work Sans"/>
              </a:rPr>
              <a:t>, TOTAL - 46</a:t>
            </a:r>
            <a:endParaRPr b="1">
              <a:solidFill>
                <a:srgbClr val="6AA84F"/>
              </a:solidFill>
              <a:latin typeface="Work Sans"/>
              <a:ea typeface="Work Sans"/>
              <a:cs typeface="Work Sans"/>
              <a:sym typeface="Work Sans"/>
            </a:endParaRPr>
          </a:p>
          <a:p>
            <a:pPr indent="0" lvl="0" marL="914400" rtl="0" algn="l">
              <a:spcBef>
                <a:spcPts val="0"/>
              </a:spcBef>
              <a:spcAft>
                <a:spcPts val="0"/>
              </a:spcAft>
              <a:buNone/>
            </a:pPr>
            <a:r>
              <a:t/>
            </a:r>
            <a:endParaRPr>
              <a:latin typeface="Work Sans"/>
              <a:ea typeface="Work Sans"/>
              <a:cs typeface="Work Sans"/>
              <a:sym typeface="Work Sans"/>
            </a:endParaRPr>
          </a:p>
          <a:p>
            <a:pPr indent="-342900" lvl="0" marL="457200" rtl="0" algn="l">
              <a:spcBef>
                <a:spcPts val="0"/>
              </a:spcBef>
              <a:spcAft>
                <a:spcPts val="0"/>
              </a:spcAft>
              <a:buClr>
                <a:srgbClr val="FFDE17"/>
              </a:buClr>
              <a:buSzPts val="1800"/>
              <a:buFont typeface="Work Sans"/>
              <a:buChar char="●"/>
            </a:pPr>
            <a:r>
              <a:rPr b="1" lang="en" sz="1800">
                <a:latin typeface="Work Sans"/>
                <a:ea typeface="Work Sans"/>
                <a:cs typeface="Work Sans"/>
                <a:sym typeface="Work Sans"/>
              </a:rPr>
              <a:t>2024-1H: Upstreaming status </a:t>
            </a:r>
            <a:r>
              <a:rPr lang="en" sz="1800">
                <a:latin typeface="Work Sans"/>
                <a:ea typeface="Work Sans"/>
                <a:cs typeface="Work Sans"/>
                <a:sym typeface="Work Sans"/>
              </a:rPr>
              <a:t>(</a:t>
            </a:r>
            <a:r>
              <a:rPr lang="en" sz="1800">
                <a:solidFill>
                  <a:schemeClr val="dk1"/>
                </a:solidFill>
                <a:latin typeface="Work Sans"/>
                <a:ea typeface="Work Sans"/>
                <a:cs typeface="Work Sans"/>
                <a:sym typeface="Work Sans"/>
              </a:rPr>
              <a:t>29-07-2024, </a:t>
            </a:r>
            <a:r>
              <a:rPr lang="en" sz="1800" u="sng">
                <a:solidFill>
                  <a:schemeClr val="hlink"/>
                </a:solidFill>
                <a:latin typeface="Work Sans"/>
                <a:ea typeface="Work Sans"/>
                <a:cs typeface="Work Sans"/>
                <a:sym typeface="Work Sans"/>
                <a:hlinkClick r:id="rId4"/>
              </a:rPr>
              <a:t>wiki</a:t>
            </a:r>
            <a:r>
              <a:rPr lang="en" sz="1800">
                <a:latin typeface="Work Sans"/>
                <a:ea typeface="Work Sans"/>
                <a:cs typeface="Work Sans"/>
                <a:sym typeface="Work Sans"/>
              </a:rPr>
              <a:t>)</a:t>
            </a:r>
            <a:endParaRPr sz="1800">
              <a:latin typeface="Work Sans"/>
              <a:ea typeface="Work Sans"/>
              <a:cs typeface="Work Sans"/>
              <a:sym typeface="Work Sans"/>
            </a:endParaRPr>
          </a:p>
          <a:p>
            <a:pPr indent="-317500" lvl="1" marL="914400" rtl="0" algn="l">
              <a:spcBef>
                <a:spcPts val="0"/>
              </a:spcBef>
              <a:spcAft>
                <a:spcPts val="0"/>
              </a:spcAft>
              <a:buClr>
                <a:schemeClr val="dk1"/>
              </a:buClr>
              <a:buSzPts val="1400"/>
              <a:buFont typeface="Work Sans"/>
              <a:buChar char="○"/>
            </a:pPr>
            <a:r>
              <a:rPr lang="en">
                <a:solidFill>
                  <a:schemeClr val="dk1"/>
                </a:solidFill>
                <a:latin typeface="Work Sans"/>
                <a:ea typeface="Work Sans"/>
                <a:cs typeface="Work Sans"/>
                <a:sym typeface="Work Sans"/>
              </a:rPr>
              <a:t>TBD - 6 (13.04%), ONGOING - 4 (8.7%), </a:t>
            </a:r>
            <a:r>
              <a:rPr b="1" lang="en">
                <a:solidFill>
                  <a:srgbClr val="6AA84F"/>
                </a:solidFill>
                <a:latin typeface="Work Sans"/>
                <a:ea typeface="Work Sans"/>
                <a:cs typeface="Work Sans"/>
                <a:sym typeface="Work Sans"/>
              </a:rPr>
              <a:t>COMPLETED - 36 (78.26%)</a:t>
            </a:r>
            <a:r>
              <a:rPr lang="en">
                <a:solidFill>
                  <a:schemeClr val="dk1"/>
                </a:solidFill>
                <a:latin typeface="Work Sans"/>
                <a:ea typeface="Work Sans"/>
                <a:cs typeface="Work Sans"/>
                <a:sym typeface="Work Sans"/>
              </a:rPr>
              <a:t>, TOTAL - 46</a:t>
            </a:r>
            <a:endParaRPr>
              <a:latin typeface="Work Sans"/>
              <a:ea typeface="Work Sans"/>
              <a:cs typeface="Work Sans"/>
              <a:sym typeface="Work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6"/>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2024-2H: </a:t>
            </a:r>
            <a:r>
              <a:rPr lang="en"/>
              <a:t>Priorities</a:t>
            </a:r>
            <a:endParaRPr/>
          </a:p>
        </p:txBody>
      </p:sp>
      <p:sp>
        <p:nvSpPr>
          <p:cNvPr id="163" name="Google Shape;163;p36"/>
          <p:cNvSpPr txBox="1"/>
          <p:nvPr/>
        </p:nvSpPr>
        <p:spPr>
          <a:xfrm>
            <a:off x="374625" y="941525"/>
            <a:ext cx="8347800" cy="38805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rgbClr val="FFDE17"/>
              </a:buClr>
              <a:buSzPts val="2200"/>
              <a:buFont typeface="Work Sans"/>
              <a:buChar char="●"/>
            </a:pPr>
            <a:r>
              <a:rPr b="1" lang="en" sz="1800">
                <a:solidFill>
                  <a:schemeClr val="dk2"/>
                </a:solidFill>
                <a:latin typeface="Work Sans"/>
                <a:ea typeface="Work Sans"/>
                <a:cs typeface="Work Sans"/>
                <a:sym typeface="Work Sans"/>
              </a:rPr>
              <a:t>Kernel</a:t>
            </a:r>
            <a:endParaRPr b="1" sz="1800">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sz="1600">
                <a:solidFill>
                  <a:schemeClr val="dk2"/>
                </a:solidFill>
                <a:latin typeface="Work Sans"/>
                <a:ea typeface="Work Sans"/>
                <a:cs typeface="Work Sans"/>
                <a:sym typeface="Work Sans"/>
              </a:rPr>
              <a:t>ISA Extensions</a:t>
            </a:r>
            <a:endParaRPr sz="1600">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Supervisor Counter delegation (Ssccfg) based perf driver</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Control Transfer Record (Ssctr) support in perf driver</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Pointer Masking (Ssnpm) support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Quality of Service (CBQRI and Ssqosid) support</a:t>
            </a:r>
            <a:endParaRPr>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sz="1600">
                <a:solidFill>
                  <a:schemeClr val="dk2"/>
                </a:solidFill>
                <a:latin typeface="Work Sans"/>
                <a:ea typeface="Work Sans"/>
                <a:cs typeface="Work Sans"/>
                <a:sym typeface="Work Sans"/>
              </a:rPr>
              <a:t>ACPI improvements</a:t>
            </a:r>
            <a:endParaRPr sz="1600">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ACPI RISC-V IOMMU Table (RIMT) support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ACPI support for IOMMU driver</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ACPI RAS support (incl. APEI and SBI SSE notifications)</a:t>
            </a:r>
            <a:endParaRPr>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sz="1600">
                <a:solidFill>
                  <a:schemeClr val="dk2"/>
                </a:solidFill>
                <a:latin typeface="Work Sans"/>
                <a:ea typeface="Work Sans"/>
                <a:cs typeface="Work Sans"/>
                <a:sym typeface="Work Sans"/>
              </a:rPr>
              <a:t>SBI v3.0</a:t>
            </a:r>
            <a:endParaRPr sz="1600">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Firmware feature (FWFT) support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Supervisor software events (SSE) support</a:t>
            </a:r>
            <a:endParaRPr>
              <a:solidFill>
                <a:schemeClr val="dk2"/>
              </a:solidFill>
              <a:latin typeface="Work Sans"/>
              <a:ea typeface="Work Sans"/>
              <a:cs typeface="Work Sans"/>
              <a:sym typeface="Work Sans"/>
            </a:endParaRPr>
          </a:p>
          <a:p>
            <a:pPr indent="-317500" lvl="2" marL="1371600" rtl="0" algn="l">
              <a:lnSpc>
                <a:spcPct val="115000"/>
              </a:lnSpc>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Debug Triggers (DBTR) (aka native/hosted debug) support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Message Proxy (MPXY) support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Perf event discovery using SBI PMU extension</a:t>
            </a:r>
            <a:endParaRPr sz="1800">
              <a:solidFill>
                <a:schemeClr val="dk2"/>
              </a:solidFill>
              <a:latin typeface="Work Sans"/>
              <a:ea typeface="Work Sans"/>
              <a:cs typeface="Work Sans"/>
              <a:sym typeface="Work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7"/>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2024-2H: Priorities (Contd)</a:t>
            </a:r>
            <a:endParaRPr/>
          </a:p>
        </p:txBody>
      </p:sp>
      <p:sp>
        <p:nvSpPr>
          <p:cNvPr id="169" name="Google Shape;169;p37"/>
          <p:cNvSpPr txBox="1"/>
          <p:nvPr/>
        </p:nvSpPr>
        <p:spPr>
          <a:xfrm>
            <a:off x="374625" y="941525"/>
            <a:ext cx="8347800" cy="30183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rgbClr val="FFDE17"/>
              </a:buClr>
              <a:buSzPts val="2200"/>
              <a:buFont typeface="Work Sans"/>
              <a:buChar char="●"/>
            </a:pPr>
            <a:r>
              <a:rPr b="1" lang="en" sz="1800">
                <a:solidFill>
                  <a:schemeClr val="dk2"/>
                </a:solidFill>
                <a:latin typeface="Work Sans"/>
                <a:ea typeface="Work Sans"/>
                <a:cs typeface="Work Sans"/>
                <a:sym typeface="Work Sans"/>
              </a:rPr>
              <a:t>KVM</a:t>
            </a:r>
            <a:endParaRPr b="1" sz="1800">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sz="1600">
                <a:solidFill>
                  <a:schemeClr val="dk2"/>
                </a:solidFill>
                <a:latin typeface="Work Sans"/>
                <a:ea typeface="Work Sans"/>
                <a:cs typeface="Work Sans"/>
                <a:sym typeface="Work Sans"/>
              </a:rPr>
              <a:t>ISA Extensions</a:t>
            </a:r>
            <a:endParaRPr sz="1600">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Virtualize Control Transfer Record (Ssctr) for Guest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Virtualize Pointer Masking (Ssnpm) for Guest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Virtualize Quality of Service (CBQRI and Ssqosid) for Guest</a:t>
            </a:r>
            <a:endParaRPr>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sz="1600">
                <a:solidFill>
                  <a:schemeClr val="dk2"/>
                </a:solidFill>
                <a:latin typeface="Work Sans"/>
                <a:ea typeface="Work Sans"/>
                <a:cs typeface="Work Sans"/>
                <a:sym typeface="Work Sans"/>
              </a:rPr>
              <a:t>Nested virtualization (trap-n-emulate H-extension)</a:t>
            </a:r>
            <a:endParaRPr sz="1600">
              <a:solidFill>
                <a:schemeClr val="dk2"/>
              </a:solidFill>
              <a:latin typeface="Work Sans"/>
              <a:ea typeface="Work Sans"/>
              <a:cs typeface="Work Sans"/>
              <a:sym typeface="Work Sans"/>
            </a:endParaRPr>
          </a:p>
          <a:p>
            <a:pPr indent="-330200" lvl="1" marL="914400" rtl="0" algn="l">
              <a:spcBef>
                <a:spcPts val="0"/>
              </a:spcBef>
              <a:spcAft>
                <a:spcPts val="0"/>
              </a:spcAft>
              <a:buClr>
                <a:schemeClr val="dk2"/>
              </a:buClr>
              <a:buSzPts val="1600"/>
              <a:buFont typeface="Work Sans"/>
              <a:buChar char="○"/>
            </a:pPr>
            <a:r>
              <a:rPr lang="en">
                <a:solidFill>
                  <a:schemeClr val="dk2"/>
                </a:solidFill>
                <a:latin typeface="Work Sans"/>
                <a:ea typeface="Work Sans"/>
                <a:cs typeface="Work Sans"/>
                <a:sym typeface="Work Sans"/>
              </a:rPr>
              <a:t>Virtualize </a:t>
            </a:r>
            <a:r>
              <a:rPr lang="en" sz="1600">
                <a:solidFill>
                  <a:schemeClr val="dk2"/>
                </a:solidFill>
                <a:latin typeface="Work Sans"/>
                <a:ea typeface="Work Sans"/>
                <a:cs typeface="Work Sans"/>
                <a:sym typeface="Work Sans"/>
              </a:rPr>
              <a:t>SBI v3.0</a:t>
            </a:r>
            <a:endParaRPr sz="1600">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Firmware feature (FWFT) support for Guest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Supervisor software events (SSE) support for Guest</a:t>
            </a:r>
            <a:endParaRPr>
              <a:solidFill>
                <a:schemeClr val="dk2"/>
              </a:solidFill>
              <a:latin typeface="Work Sans"/>
              <a:ea typeface="Work Sans"/>
              <a:cs typeface="Work Sans"/>
              <a:sym typeface="Work Sans"/>
            </a:endParaRPr>
          </a:p>
          <a:p>
            <a:pPr indent="-317500" lvl="2" marL="1371600" rtl="0" algn="l">
              <a:lnSpc>
                <a:spcPct val="115000"/>
              </a:lnSpc>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Debug Triggers (DBTR) (aka native/hosted debug) support for Guest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Message Proxy (MPXY) support for Guest</a:t>
            </a:r>
            <a:endParaRPr>
              <a:solidFill>
                <a:schemeClr val="dk2"/>
              </a:solidFill>
              <a:latin typeface="Work Sans"/>
              <a:ea typeface="Work Sans"/>
              <a:cs typeface="Work Sans"/>
              <a:sym typeface="Work Sans"/>
            </a:endParaRPr>
          </a:p>
          <a:p>
            <a:pPr indent="-317500" lvl="2" marL="1371600" rtl="0" algn="l">
              <a:spcBef>
                <a:spcPts val="0"/>
              </a:spcBef>
              <a:spcAft>
                <a:spcPts val="0"/>
              </a:spcAft>
              <a:buClr>
                <a:schemeClr val="dk2"/>
              </a:buClr>
              <a:buSzPts val="1400"/>
              <a:buFont typeface="Work Sans"/>
              <a:buChar char="■"/>
            </a:pPr>
            <a:r>
              <a:rPr lang="en">
                <a:solidFill>
                  <a:schemeClr val="dk2"/>
                </a:solidFill>
                <a:latin typeface="Work Sans"/>
                <a:ea typeface="Work Sans"/>
                <a:cs typeface="Work Sans"/>
                <a:sym typeface="Work Sans"/>
              </a:rPr>
              <a:t>Virtualize perf event discovery using SBI PMU extension for Guest</a:t>
            </a:r>
            <a:endParaRPr sz="1800">
              <a:solidFill>
                <a:schemeClr val="dk2"/>
              </a:solidFill>
              <a:latin typeface="Work Sans"/>
              <a:ea typeface="Work Sans"/>
              <a:cs typeface="Work Sans"/>
              <a:sym typeface="Work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8"/>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Percpu variable access optimization</a:t>
            </a:r>
            <a:endParaRPr/>
          </a:p>
        </p:txBody>
      </p:sp>
      <p:sp>
        <p:nvSpPr>
          <p:cNvPr id="175" name="Google Shape;175;p38"/>
          <p:cNvSpPr txBox="1"/>
          <p:nvPr/>
        </p:nvSpPr>
        <p:spPr>
          <a:xfrm>
            <a:off x="374625" y="941525"/>
            <a:ext cx="83478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FFDE17"/>
              </a:buClr>
              <a:buSzPts val="1800"/>
              <a:buFont typeface="Work Sans"/>
              <a:buChar char="●"/>
            </a:pPr>
            <a:r>
              <a:rPr lang="en" sz="1800">
                <a:latin typeface="Work Sans"/>
                <a:ea typeface="Work Sans"/>
                <a:cs typeface="Work Sans"/>
                <a:sym typeface="Work Sans"/>
              </a:rPr>
              <a:t>Punit Agrawal (Bytedance)</a:t>
            </a:r>
            <a:endParaRPr>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368825"/>
            <a:ext cx="85206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Open floor</a:t>
            </a:r>
            <a:endParaRPr/>
          </a:p>
        </p:txBody>
      </p:sp>
      <p:sp>
        <p:nvSpPr>
          <p:cNvPr id="181" name="Google Shape;181;p39"/>
          <p:cNvSpPr txBox="1"/>
          <p:nvPr>
            <p:ph idx="4294967295"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SzPts val="1800"/>
              <a:buChar char="●"/>
            </a:pPr>
            <a:r>
              <a:rPr lang="en"/>
              <a:t>Any other topics or issues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26273B"/>
      </a:dk2>
      <a:lt2>
        <a:srgbClr val="F6F7FA"/>
      </a:lt2>
      <a:accent1>
        <a:srgbClr val="162D6F"/>
      </a:accent1>
      <a:accent2>
        <a:srgbClr val="FFEC83"/>
      </a:accent2>
      <a:accent3>
        <a:srgbClr val="8B8E43"/>
      </a:accent3>
      <a:accent4>
        <a:srgbClr val="454560"/>
      </a:accent4>
      <a:accent5>
        <a:srgbClr val="6F708B"/>
      </a:accent5>
      <a:accent6>
        <a:srgbClr val="FFDE17"/>
      </a:accent6>
      <a:hlink>
        <a:srgbClr val="2A7D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