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AI辅助内核开发
多智能体工作流（定制版）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194560"/>
            <a:ext cx="8138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6E4F0"/>
                </a:solidFill>
                <a:latin typeface="Microsoft YaHei"/>
              </a:rPr>
              <a:t>基于当前工作区真实工件定制：workflow 文档、workflow.yaml、demo issue、debug 记录、cover letter 与 checkpatch 输出。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273552"/>
            <a:ext cx="2011680" cy="402336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29184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Local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273552"/>
            <a:ext cx="2011680" cy="402336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329184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213E"/>
                </a:solidFill>
                <a:latin typeface="Microsoft YaHei"/>
              </a:rPr>
              <a:t>Real Artifact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2352" y="3273552"/>
            <a:ext cx="2194560" cy="402336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2352" y="32918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6213E"/>
                </a:solidFill>
                <a:latin typeface="Microsoft YaHei"/>
              </a:rPr>
              <a:t>Demo Patch-Ready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005840"/>
            <a:ext cx="2560320" cy="4480560"/>
          </a:xfrm>
          <a:prstGeom prst="roundRect">
            <a:avLst/>
          </a:prstGeom>
          <a:solidFill>
            <a:srgbClr val="1E2A4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41080" y="1005840"/>
            <a:ext cx="109728" cy="448056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11430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本次引用文件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59" y="1572768"/>
            <a:ext cx="228600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D6E4F0"/>
                </a:solidFill>
                <a:latin typeface="Microsoft YaHei"/>
              </a:defRPr>
            </a:pPr>
            <a:r>
              <a:t>ai-assisted-kernel-development-multi-agent-workflow.md</a:t>
            </a:r>
          </a:p>
          <a:p>
            <a:pPr>
              <a:spcAft>
                <a:spcPts val="500"/>
              </a:spcAft>
              <a:defRPr sz="1200">
                <a:solidFill>
                  <a:srgbClr val="D6E4F0"/>
                </a:solidFill>
                <a:latin typeface="Microsoft YaHei"/>
              </a:defRPr>
            </a:pPr>
            <a:r>
              <a:t>workflow.kernel-multi-agent.example.yaml</a:t>
            </a:r>
          </a:p>
          <a:p>
            <a:pPr>
              <a:spcAft>
                <a:spcPts val="500"/>
              </a:spcAft>
              <a:defRPr sz="1200">
                <a:solidFill>
                  <a:srgbClr val="D6E4F0"/>
                </a:solidFill>
                <a:latin typeface="Microsoft YaHei"/>
              </a:defRPr>
            </a:pPr>
            <a:r>
              <a:t>artifacts/demo-riscv-kvm-mmu-kconfig/...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6213E"/>
                </a:solidFill>
                <a:latin typeface="Microsoft YaHei"/>
              </a:rPr>
              <a:t>定制输入材料与落盘位置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9728" cy="192024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234439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方案文档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24688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workflow 主文档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gap workflow 文档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OpenClaw Linux RISC-V 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97280"/>
            <a:ext cx="27432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097280"/>
            <a:ext cx="109728" cy="192024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1234439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控制面配置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64207"/>
            <a:ext cx="24688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workflow.kernel-multi-agent.example.yaml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artifacts/.../state/workflow.yaml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97280"/>
            <a:ext cx="2286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097280"/>
            <a:ext cx="109728" cy="192024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234439"/>
            <a:ext cx="2011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问题工件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64207"/>
            <a:ext cx="20116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issue-brief.md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plans/design.md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review/spec-round-2.md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097280"/>
            <a:ext cx="2148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1097280"/>
            <a:ext cx="109728" cy="192024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1234439"/>
            <a:ext cx="1874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Patch 工件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1664207"/>
            <a:ext cx="18745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series-cover-letter.md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checkpatch.txt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get-maintainer.txt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474720"/>
            <a:ext cx="4754880" cy="2011680"/>
          </a:xfrm>
          <a:prstGeom prst="roundRect">
            <a:avLst/>
          </a:prstGeom>
          <a:solidFill>
            <a:srgbClr val="111A2E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" y="3584448"/>
            <a:ext cx="2011680" cy="310896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60273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workspace root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005072"/>
            <a:ext cx="4425696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F1FA"/>
                </a:solidFill>
                <a:latin typeface="Consolas"/>
              </a:rPr>
              <a:t>artifacts/demo-riscv-kvm-mmu-kconfig/
  discover/ plans/ review/
  debug/ patch/ state/ logs/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3474720"/>
            <a:ext cx="5303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3474720"/>
            <a:ext cx="109728" cy="201168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3611879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为什么这版更“定制”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041648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不再只讲抽象架构，而是直接映射到当前仓库中的真实路径、真实 issue_id 和真实工件名称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汇报时可直接点击到对应文件继续深挖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Microsoft YaHei"/>
              </a:rPr>
              <a:t>本地架构图：OpenClaw / Claude Code / Codex / Human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74920" y="868680"/>
            <a:ext cx="2011680" cy="402336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4920" y="886968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Human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508760"/>
            <a:ext cx="2377440" cy="493776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92040" y="1527048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OpenClaw 控制面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26517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109728" cy="242316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23160"/>
            <a:ext cx="2377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输入源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2377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torvalds/linux 工作树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KVM lore / 历史讨论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linux-riscv-docs 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286000"/>
            <a:ext cx="26517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2286000"/>
            <a:ext cx="109728" cy="242316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7" y="2423160"/>
            <a:ext cx="2377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Claude Code 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852928"/>
            <a:ext cx="2377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Scout / Planner / Review / Failure-Analyzer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擅长：方案、审查、归因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286000"/>
            <a:ext cx="26517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2286000"/>
            <a:ext cx="109728" cy="242316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2423160"/>
            <a:ext cx="23774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Codex 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852928"/>
            <a:ext cx="2377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Implementer / Fix-Agent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擅长：实现、构建、测试、修补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2286000"/>
            <a:ext cx="1097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95560" y="2286000"/>
            <a:ext cx="109728" cy="2423160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96728" y="2423160"/>
            <a:ext cx="82295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02B38"/>
                </a:solidFill>
                <a:latin typeface="Microsoft YaHei"/>
              </a:rPr>
              <a:t>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852928"/>
            <a:ext cx="82295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plans</a:t>
            </a:r>
          </a:p>
          <a:p>
            <a:pPr>
              <a:spcAft>
                <a:spcPts val="5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logs</a:t>
            </a:r>
          </a:p>
          <a:p>
            <a:pPr>
              <a:spcAft>
                <a:spcPts val="5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patch</a:t>
            </a:r>
          </a:p>
          <a:p>
            <a:pPr>
              <a:spcAft>
                <a:spcPts val="500"/>
              </a:spcAft>
              <a:defRPr sz="1200">
                <a:solidFill>
                  <a:srgbClr val="5C6B7A"/>
                </a:solidFill>
                <a:latin typeface="Microsoft YaHei"/>
              </a:defRPr>
            </a:pPr>
            <a:r>
              <a:t>review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474720" y="1755648"/>
            <a:ext cx="1417320" cy="1078992"/>
          </a:xfrm>
          <a:prstGeom prst="line">
            <a:avLst/>
          </a:prstGeom>
          <a:ln w="25400">
            <a:solidFill>
              <a:srgbClr val="0F76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394960" y="2011680"/>
            <a:ext cx="685800" cy="274320"/>
          </a:xfrm>
          <a:prstGeom prst="line">
            <a:avLst/>
          </a:prstGeom>
          <a:ln w="25400">
            <a:solidFill>
              <a:srgbClr val="22B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69480" y="1755648"/>
            <a:ext cx="45720" cy="1078992"/>
          </a:xfrm>
          <a:prstGeom prst="line">
            <a:avLst/>
          </a:prstGeom>
          <a:ln w="25400">
            <a:solidFill>
              <a:srgbClr val="F5B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66960" y="3474720"/>
            <a:ext cx="228600" cy="0"/>
          </a:xfrm>
          <a:prstGeom prst="line">
            <a:avLst/>
          </a:prstGeom>
          <a:ln w="25400">
            <a:solidFill>
              <a:srgbClr val="2B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57784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02B38"/>
                </a:solidFill>
                <a:latin typeface="Microsoft YaHei"/>
              </a:rPr>
              <a:t>这张图直接对应本仓库文档中的“控制面 + 执行 Agent + 人工 Gate”设计，而不是泛化 AI 工作流模板。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126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Microsoft YaHei"/>
              </a:rPr>
              <a:t>现有 workflow.yaml 片段：状态机真正规约在哪里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5486400" cy="4526280"/>
          </a:xfrm>
          <a:prstGeom prst="roundRect">
            <a:avLst/>
          </a:prstGeom>
          <a:solidFill>
            <a:srgbClr val="111A2E"/>
          </a:solidFill>
          <a:ln>
            <a:solidFill>
              <a:srgbClr val="0F7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" y="1161288"/>
            <a:ext cx="2011680" cy="310896"/>
          </a:xfrm>
          <a:prstGeom prst="round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17957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workflow.yaml excerpt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5157216" cy="3867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F1FA"/>
                </a:solidFill>
                <a:latin typeface="Consolas"/>
              </a:rPr>
              <a:t>version: 1
name: linux-kernel-multi-agent-mvp
description: &gt;-
  面向 Linux 内核贡献的多智能体工作流示例。聚焦 MVP：探索 -&gt; 规划 -&gt; 实现 -&gt; 审核 -&gt; 调试 -&gt; 再审核 -&gt; patch-ready。
metadata:
  date: 2026-04-14
  owner: human-maintainer
  references:
    - ai-assisted-kernel-development-multi-agent-workflow.md
    - kernel-multi-agent-role-prompts-claude-codex.md
workspace:
  root: ./artifacts/${ISSUE_ID}
  issue_id_source: env:ISSUE_ID
  directories:
    discover: discover
    plans: 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97280"/>
            <a:ext cx="4663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097280"/>
            <a:ext cx="109728" cy="141732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7" y="1234439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64207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workspace 决定工件目录；controller 决定重试与 stop；human_gates 决定何时必须人工审批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97480"/>
            <a:ext cx="4663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2697480"/>
            <a:ext cx="109728" cy="132588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7" y="2834640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这意味着什么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6440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Agent 可以被替换，但工件契约与状态机不应漂移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系统稳定性来自文件规范，不来自单次 prompt 灵感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251960"/>
            <a:ext cx="4663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4251960"/>
            <a:ext cx="109728" cy="132588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7" y="4389120"/>
            <a:ext cx="4389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汇报价值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188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领导可看 Gate 与风险；工程师可看 outputs 与 stop_conditions；执行者可看 agent inputs/outputs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Microsoft YaHei"/>
              </a:rPr>
              <a:t>真实示例：Issue Brief + Design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5212080" cy="2057400"/>
          </a:xfrm>
          <a:prstGeom prst="roundRect">
            <a:avLst/>
          </a:prstGeom>
          <a:solidFill>
            <a:srgbClr val="111A2E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" y="1161288"/>
            <a:ext cx="2011680" cy="310896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17957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issue-brief.md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4882896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9F1FA"/>
                </a:solidFill>
                <a:latin typeface="Consolas"/>
              </a:rPr>
              <a:t># Issue Brief
Issue ID: demo-riscv-kvm-mmu-kconfig
Title: riscv/kvm: explicit MMU requirement
Type: low-risk Kconfig consistency fix
Subsystem: RISC-V / KVM
Desired outcome: dependency/help text 与 host KVM 语义一致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29000"/>
            <a:ext cx="5212080" cy="2011680"/>
          </a:xfrm>
          <a:prstGeom prst="roundRect">
            <a:avLst/>
          </a:prstGeom>
          <a:solidFill>
            <a:srgbClr val="111A2E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3538728"/>
            <a:ext cx="2011680" cy="310896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55701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design.md (minimal path)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959352"/>
            <a:ext cx="4882896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9F1FA"/>
                </a:solidFill>
                <a:latin typeface="Consolas"/>
              </a:rPr>
              <a:t>Minimal change path
1. 只修改 arch/riscv/kvm/Kconfig
2. dependency + help text 都显式体现 MMU 约束
3. 不修改运行时代码
4. 不引入新符号 / 不做无关 cleanup
Review only: arch/riscv/Kconfig, defconfig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47548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109728" cy="434340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234439"/>
            <a:ext cx="4480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这页想传达的关键信息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64207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这不是“随便找个 bug”，而是一个被明确定义为低风险、单文件、可回滚的 demo issue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Design plan 明确写出 must-not-do boundary：不引入新符号、不碰 runtime、不做无关 cleanup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这类 issue 最适合做 MVP 首轮演示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Microsoft YaHei"/>
              </a:rPr>
              <a:t>真实示例：为什么 Round 1 被打回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5669280" cy="4434840"/>
          </a:xfrm>
          <a:prstGeom prst="roundRect">
            <a:avLst/>
          </a:prstGeom>
          <a:solidFill>
            <a:srgbClr val="111A2E"/>
          </a:solidFill>
          <a:ln>
            <a:solidFill>
              <a:srgbClr val="D9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" y="1161288"/>
            <a:ext cx="2011680" cy="310896"/>
          </a:xfrm>
          <a:prstGeom prst="round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17957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failure-analysis-round-1.md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5340096" cy="3776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F1FA"/>
                </a:solidFill>
                <a:latin typeface="Consolas"/>
              </a:rPr>
              <a:t>## Failure phenomenon
- 构建/配置解析未失败
- 失败发生在规格审查：实现没有完整满足 design.md 中“dependency + help text 一并澄清”的目标
## Most likely root cause
- Implementer 把问题理解成“dependency 修正”而不是“配置语义整体澄清”
- 这是规格覆盖不完整，不是运行时 bug
## Alternate root causes
- design.md 对 help text 的要求不够突出
- 实现者优先保守，担心修改帮助文本会超范围
## Recommended minimal fix
- 继续只修改 `arch/riscv/kvm/Kconfig`
- 在 help text 中补一句明确说明 host KVM 依赖 MMU、non-MMU 配置不适用
- 不扩大到其他 Kconfig 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097280"/>
            <a:ext cx="4480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097280"/>
            <a:ext cx="109728" cy="16002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22007" y="1234439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根因不是编译错误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664207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构建/配置检查没炸，但规格目标要求“dependency + help text 一并澄清”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Round 1 只完成了一半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880360"/>
            <a:ext cx="4480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880360"/>
            <a:ext cx="109728" cy="1234440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2007" y="3017520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因此需要 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447288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Debug 在这里承担“规格缺口归因”而不是“修一个 crash”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343400"/>
            <a:ext cx="4480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4343400"/>
            <a:ext cx="109728" cy="114300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7" y="4480560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汇报亮点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9103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非常适合向听众解释：为什么生成和审核一定要允许多轮迭代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06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E"/>
                </a:solidFill>
                <a:latin typeface="Microsoft YaHei"/>
              </a:rPr>
              <a:t>Patch-ready 不是一句话，而是一组真实工件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5303520" cy="2423160"/>
          </a:xfrm>
          <a:prstGeom prst="roundRect">
            <a:avLst/>
          </a:prstGeom>
          <a:solidFill>
            <a:srgbClr val="111A2E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1832" y="1161288"/>
            <a:ext cx="2011680" cy="310896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179576"/>
            <a:ext cx="20116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series-cover-letter.md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4974336" cy="176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F1FA"/>
                </a:solidFill>
                <a:latin typeface="Consolas"/>
              </a:rPr>
              <a:t>Subject: [PATCH 0/1] riscv/kvm: clarify MMU requirement
Single low-risk Kconfig consistency fix for RISC-V host KVM.
No runtime behavior change.
Makes MMU requirement explicit in dependency/help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9728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097280"/>
            <a:ext cx="109728" cy="1508760"/>
          </a:xfrm>
          <a:prstGeom prst="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234439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checkpatch 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64207"/>
            <a:ext cx="4434840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artifacts/.../patch/checkpatch.txt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当前 demo: total 0 errors, 0 warnings, 0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834640"/>
            <a:ext cx="4709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834640"/>
            <a:ext cx="109728" cy="123444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get_maintainer 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015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RISC-V + KVM maintainers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linux-riscv@lists.infradead.org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kvm@vger.kernel.org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97680"/>
            <a:ext cx="4709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4297680"/>
            <a:ext cx="109728" cy="1188720"/>
          </a:xfrm>
          <a:prstGeom prst="rect">
            <a:avLst/>
          </a:prstGeom>
          <a:solidFill>
            <a:srgbClr val="D94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4434840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最后仍需 Gate-3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6460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这版定制汇报会明确说明：patch-ready ≠ 自动发送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Microsoft YaHei"/>
              </a:rPr>
              <a:t>怎么把这版继续用在你的实际汇报里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329184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3474720"/>
          </a:xfrm>
          <a:prstGeom prst="rect">
            <a:avLst/>
          </a:prstGeom>
          <a:solidFill>
            <a:srgbClr val="0F7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54480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适合技术评审会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84248"/>
            <a:ext cx="301752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展示 workflow.yaml 片段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展示 issue/design/debug/patch 实际路径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强调多轮审查与人工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9184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109728" cy="3474720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554480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适合项目推进会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84248"/>
            <a:ext cx="301752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把 demo issue 换成你的下一条真实 issue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把 simulated build/test 替换成真实日志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补进真实 get_maintainer / lore 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154680" cy="34747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109728" cy="347472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554480"/>
            <a:ext cx="2880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02B38"/>
                </a:solidFill>
                <a:latin typeface="Microsoft YaHei"/>
              </a:rPr>
              <a:t>下一步建议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84248"/>
            <a:ext cx="288036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增加真实 patch diff 截图或代码片段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加入成本统计页（轮次 / token / 时长）</a:t>
            </a:r>
          </a:p>
          <a:p>
            <a:pPr>
              <a:spcAft>
                <a:spcPts val="500"/>
              </a:spcAft>
              <a:defRPr sz="1300">
                <a:solidFill>
                  <a:srgbClr val="5C6B7A"/>
                </a:solidFill>
                <a:latin typeface="Microsoft YaHei"/>
              </a:defRPr>
            </a:pPr>
            <a:r>
              <a:t>把架构图导出成正式 SVG 后替换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5486400"/>
            <a:ext cx="4663440" cy="530352"/>
          </a:xfrm>
          <a:prstGeom prst="roundRect">
            <a:avLst/>
          </a:prstGeom>
          <a:solidFill>
            <a:srgbClr val="F5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5504688"/>
            <a:ext cx="4663440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16213E"/>
                </a:solidFill>
                <a:latin typeface="Microsoft YaHei"/>
              </a:rPr>
              <a:t>这版已经绑定到当前工作区的真实文件结构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AI辅助内核开发多智能体工作流：定制版</dc:title>
  <dc:subject>customized with local docs and artifacts</dc:subject>
  <dc:creator>Hermes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