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477" r:id="rId5"/>
    <p:sldId id="473" r:id="rId7"/>
    <p:sldId id="474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509AFD"/>
    <a:srgbClr val="4F7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97"/>
  </p:normalViewPr>
  <p:slideViewPr>
    <p:cSldViewPr snapToGrid="0" snapToObjects="1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00" y="168729"/>
            <a:ext cx="4483100" cy="2667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3854450" y="4984501"/>
            <a:ext cx="4483100" cy="474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智能软件研究中心通用</a:t>
            </a:r>
            <a:r>
              <a:rPr kumimoji="1" lang="en-US" altLang="zh-CN" dirty="0"/>
              <a:t>PPT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02993" y="5816058"/>
            <a:ext cx="2386013" cy="301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孟令中  副研究员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321299" y="6188386"/>
            <a:ext cx="1549400" cy="2857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2019/02/25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00" y="168729"/>
            <a:ext cx="4483100" cy="2667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254000" y="1006737"/>
            <a:ext cx="1493777" cy="613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4F7BF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目 录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1361281" y="1884904"/>
            <a:ext cx="3488510" cy="47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509AF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01</a:t>
            </a:r>
            <a:r>
              <a:rPr kumimoji="1" lang="zh-CN" altLang="en-US" dirty="0"/>
              <a:t> 项目介绍</a:t>
            </a:r>
            <a:endParaRPr kumimoji="1" lang="zh-CN" altLang="en-US" dirty="0"/>
          </a:p>
        </p:txBody>
      </p:sp>
      <p:sp>
        <p:nvSpPr>
          <p:cNvPr id="10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1361280" y="2577869"/>
            <a:ext cx="3488511" cy="47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509AF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02</a:t>
            </a:r>
            <a:r>
              <a:rPr kumimoji="1" lang="zh-CN" altLang="en-US" dirty="0"/>
              <a:t> 项目计划</a:t>
            </a:r>
            <a:endParaRPr kumimoji="1" lang="zh-CN" altLang="en-US" dirty="0"/>
          </a:p>
        </p:txBody>
      </p:sp>
      <p:sp>
        <p:nvSpPr>
          <p:cNvPr id="11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1361280" y="3270834"/>
            <a:ext cx="3488512" cy="47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509AF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03</a:t>
            </a:r>
            <a:r>
              <a:rPr kumimoji="1" lang="zh-CN" altLang="en-US" dirty="0"/>
              <a:t> 项目所需人力</a:t>
            </a:r>
            <a:endParaRPr kumimoji="1" lang="zh-CN" altLang="en-US" dirty="0"/>
          </a:p>
        </p:txBody>
      </p:sp>
      <p:sp>
        <p:nvSpPr>
          <p:cNvPr id="12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1361280" y="3963799"/>
            <a:ext cx="3488512" cy="47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509AF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04</a:t>
            </a:r>
            <a:r>
              <a:rPr kumimoji="1" lang="zh-CN" altLang="en-US" dirty="0"/>
              <a:t> 项目市场用户调研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49262"/>
            <a:ext cx="12192000" cy="685800"/>
          </a:xfrm>
          <a:prstGeom prst="rect">
            <a:avLst/>
          </a:prstGeom>
        </p:spPr>
      </p:pic>
      <p:sp>
        <p:nvSpPr>
          <p:cNvPr id="6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254000" y="894127"/>
            <a:ext cx="2118810" cy="396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01</a:t>
            </a:r>
            <a:r>
              <a:rPr kumimoji="1" lang="zh-CN" altLang="en-US" dirty="0"/>
              <a:t> 项目介绍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4000" y="168729"/>
            <a:ext cx="4483100" cy="2667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254000" y="1637802"/>
            <a:ext cx="3784761" cy="428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509AF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副标题：本项目介绍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2234713"/>
            <a:ext cx="2152650" cy="382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正文：本项目内容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00" y="168729"/>
            <a:ext cx="4483100" cy="2667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662266" y="2660249"/>
            <a:ext cx="2867467" cy="6966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谢 谢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193505" y="3716080"/>
            <a:ext cx="1804988" cy="3582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欢迎交流合作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5193505" y="4074292"/>
            <a:ext cx="1804988" cy="3582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2019/2/25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备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1631" y="365125"/>
            <a:ext cx="1294227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031631" y="6356350"/>
            <a:ext cx="3376246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970585" y="6356350"/>
            <a:ext cx="506436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597662" y="6356350"/>
            <a:ext cx="3376246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png"/><Relationship Id="rId7" Type="http://schemas.openxmlformats.org/officeDocument/2006/relationships/image" Target="../media/image4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54000" y="168729"/>
            <a:ext cx="4483100" cy="266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risc-v arch diff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朱恒博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/>
              <a:t>2023/07/26</a:t>
            </a:r>
            <a:endParaRPr kumimoji="1"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目 录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01 </a:t>
            </a:r>
            <a:r>
              <a:rPr kumimoji="1" lang="zh-CN" altLang="en-US" dirty="0"/>
              <a:t>整体</a:t>
            </a:r>
            <a:r>
              <a:rPr kumimoji="1" lang="zh-CN" altLang="en-US" dirty="0"/>
              <a:t>进展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361440" y="2577465"/>
            <a:ext cx="4989830" cy="476250"/>
          </a:xfrm>
        </p:spPr>
        <p:txBody>
          <a:bodyPr/>
          <a:lstStyle/>
          <a:p>
            <a:r>
              <a:rPr kumimoji="1" lang="en-US" altLang="zh-CN" dirty="0"/>
              <a:t>02 </a:t>
            </a:r>
            <a:r>
              <a:rPr kumimoji="1" lang="en-US" altLang="zh-CN" dirty="0">
                <a:sym typeface="+mn-ea"/>
              </a:rPr>
              <a:t>risc-v </a:t>
            </a:r>
            <a:r>
              <a:rPr kumimoji="1" lang="en-US" dirty="0">
                <a:sym typeface="+mn-ea"/>
              </a:rPr>
              <a:t>arch diff with arm64</a:t>
            </a:r>
            <a:endParaRPr kumimoji="1" lang="en-US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361440" y="3270885"/>
            <a:ext cx="5175885" cy="476250"/>
          </a:xfrm>
        </p:spPr>
        <p:txBody>
          <a:bodyPr/>
          <a:lstStyle/>
          <a:p>
            <a:r>
              <a:rPr kumimoji="1" lang="en-US" altLang="zh-CN" dirty="0"/>
              <a:t>03 </a:t>
            </a:r>
            <a:r>
              <a:rPr kumimoji="1" lang="en-US" altLang="zh-CN" dirty="0">
                <a:sym typeface="+mn-ea"/>
              </a:rPr>
              <a:t>risc-v </a:t>
            </a:r>
            <a:r>
              <a:rPr kumimoji="1" lang="en-US" dirty="0">
                <a:sym typeface="+mn-ea"/>
              </a:rPr>
              <a:t>arch diff with x86</a:t>
            </a:r>
            <a:endParaRPr kumimoji="1" lang="zh-CN" altLang="en-US" dirty="0"/>
          </a:p>
        </p:txBody>
      </p:sp>
      <p:sp>
        <p:nvSpPr>
          <p:cNvPr id="6" name="文本占位符 4"/>
          <p:cNvSpPr>
            <a:spLocks noGrp="1"/>
          </p:cNvSpPr>
          <p:nvPr/>
        </p:nvSpPr>
        <p:spPr>
          <a:xfrm>
            <a:off x="1361440" y="3964305"/>
            <a:ext cx="4269740" cy="476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rgbClr val="509A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04 </a:t>
            </a:r>
            <a:r>
              <a:rPr kumimoji="1" lang="zh-CN" altLang="en-US" dirty="0">
                <a:sym typeface="+mn-ea"/>
              </a:rPr>
              <a:t>下一步</a:t>
            </a:r>
            <a:r>
              <a:rPr kumimoji="1" lang="zh-CN" altLang="en-US" dirty="0">
                <a:sym typeface="+mn-ea"/>
              </a:rPr>
              <a:t>计划</a:t>
            </a:r>
            <a:endParaRPr kumimoji="1"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54000" y="894080"/>
            <a:ext cx="7493635" cy="396240"/>
          </a:xfrm>
        </p:spPr>
        <p:txBody>
          <a:bodyPr/>
          <a:lstStyle/>
          <a:p>
            <a:r>
              <a:rPr kumimoji="1" lang="en-US" altLang="zh-CN" dirty="0">
                <a:sym typeface="+mn-ea"/>
              </a:rPr>
              <a:t>01 </a:t>
            </a:r>
            <a:r>
              <a:rPr kumimoji="1" lang="zh-CN" altLang="en-US" dirty="0">
                <a:sym typeface="+mn-ea"/>
              </a:rPr>
              <a:t>整体</a:t>
            </a:r>
            <a:r>
              <a:rPr kumimoji="1" lang="zh-CN" altLang="en-US" dirty="0">
                <a:sym typeface="+mn-ea"/>
              </a:rPr>
              <a:t>进展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6415" y="2280285"/>
            <a:ext cx="766572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"/>
            </a:pPr>
            <a:r>
              <a:rPr lang="en-US" altLang="zh-CN" sz="2000">
                <a:latin typeface="微软雅黑" charset="0"/>
                <a:ea typeface="微软雅黑" charset="0"/>
              </a:rPr>
              <a:t>Linux </a:t>
            </a:r>
            <a:r>
              <a:rPr lang="zh-CN" altLang="en-US" sz="2000">
                <a:latin typeface="微软雅黑" charset="0"/>
                <a:ea typeface="微软雅黑" charset="0"/>
              </a:rPr>
              <a:t>支持新的处理器</a:t>
            </a:r>
            <a:r>
              <a:rPr lang="zh-CN" altLang="en-US" sz="2000">
                <a:latin typeface="微软雅黑" charset="0"/>
                <a:ea typeface="微软雅黑" charset="0"/>
              </a:rPr>
              <a:t>架构，流程梳理。</a:t>
            </a:r>
            <a:r>
              <a:rPr lang="en-US" altLang="zh-CN" sz="2000">
                <a:latin typeface="微软雅黑" charset="0"/>
                <a:ea typeface="微软雅黑" charset="0"/>
              </a:rPr>
              <a:t>50%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endParaRPr lang="zh-CN" altLang="en-US" sz="200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altLang="zh-CN" sz="2000">
                <a:latin typeface="微软雅黑" charset="0"/>
                <a:ea typeface="微软雅黑" charset="0"/>
              </a:rPr>
              <a:t>arch </a:t>
            </a:r>
            <a:r>
              <a:rPr lang="zh-CN" altLang="en-US" sz="2000">
                <a:latin typeface="微软雅黑" charset="0"/>
                <a:ea typeface="微软雅黑" charset="0"/>
              </a:rPr>
              <a:t>目录下，</a:t>
            </a:r>
            <a:r>
              <a:rPr lang="en-US" altLang="zh-CN" sz="2000">
                <a:latin typeface="微软雅黑" charset="0"/>
                <a:ea typeface="微软雅黑" charset="0"/>
              </a:rPr>
              <a:t>RISC-V </a:t>
            </a:r>
            <a:r>
              <a:rPr lang="zh-CN" altLang="en-US" sz="2000">
                <a:latin typeface="微软雅黑" charset="0"/>
                <a:ea typeface="微软雅黑" charset="0"/>
              </a:rPr>
              <a:t>与</a:t>
            </a:r>
            <a:r>
              <a:rPr lang="en-US" altLang="zh-CN" sz="2000">
                <a:latin typeface="微软雅黑" charset="0"/>
                <a:ea typeface="微软雅黑" charset="0"/>
              </a:rPr>
              <a:t> 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arm64</a:t>
            </a:r>
            <a:r>
              <a:rPr lang="en-US" altLang="zh-CN" sz="2000">
                <a:latin typeface="微软雅黑" charset="0"/>
                <a:ea typeface="微软雅黑" charset="0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</a:rPr>
              <a:t>差别。</a:t>
            </a:r>
            <a:r>
              <a:rPr lang="en-US" altLang="zh-CN" sz="2000">
                <a:latin typeface="微软雅黑" charset="0"/>
                <a:ea typeface="微软雅黑" charset="0"/>
              </a:rPr>
              <a:t>30%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endParaRPr lang="zh-CN" altLang="en-US" sz="200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altLang="zh-CN" sz="2000">
                <a:latin typeface="微软雅黑" charset="0"/>
                <a:ea typeface="微软雅黑" charset="0"/>
              </a:rPr>
              <a:t>arch </a:t>
            </a:r>
            <a:r>
              <a:rPr lang="zh-CN" altLang="en-US" sz="2000">
                <a:latin typeface="微软雅黑" charset="0"/>
                <a:ea typeface="微软雅黑" charset="0"/>
              </a:rPr>
              <a:t>目录下，</a:t>
            </a:r>
            <a:r>
              <a:rPr lang="en-US" altLang="zh-CN" sz="2000">
                <a:latin typeface="微软雅黑" charset="0"/>
                <a:ea typeface="微软雅黑" charset="0"/>
              </a:rPr>
              <a:t>RISC-V </a:t>
            </a:r>
            <a:r>
              <a:rPr lang="zh-CN" altLang="en-US" sz="2000">
                <a:latin typeface="微软雅黑" charset="0"/>
                <a:ea typeface="微软雅黑" charset="0"/>
              </a:rPr>
              <a:t>与</a:t>
            </a:r>
            <a:r>
              <a:rPr lang="en-US" altLang="zh-CN" sz="2000">
                <a:latin typeface="微软雅黑" charset="0"/>
                <a:ea typeface="微软雅黑" charset="0"/>
              </a:rPr>
              <a:t> x86 </a:t>
            </a:r>
            <a:r>
              <a:rPr lang="zh-CN" altLang="en-US" sz="2000">
                <a:latin typeface="微软雅黑" charset="0"/>
                <a:ea typeface="微软雅黑" charset="0"/>
              </a:rPr>
              <a:t>差别。待开始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endParaRPr lang="zh-CN" altLang="en-US" sz="2000">
              <a:latin typeface="微软雅黑" charset="0"/>
              <a:ea typeface="微软雅黑" charset="0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>
              <a:latin typeface="微软雅黑" charset="0"/>
              <a:ea typeface="微软雅黑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>
                <a:latin typeface="微软雅黑" charset="0"/>
                <a:ea typeface="微软雅黑" charset="0"/>
              </a:rPr>
              <a:t>ETA</a:t>
            </a:r>
            <a:r>
              <a:rPr lang="zh-CN" altLang="en-US" sz="2000">
                <a:latin typeface="微软雅黑" charset="0"/>
                <a:ea typeface="微软雅黑" charset="0"/>
              </a:rPr>
              <a:t>：</a:t>
            </a:r>
            <a:r>
              <a:rPr lang="en-US" altLang="zh-CN" sz="2000">
                <a:latin typeface="微软雅黑" charset="0"/>
                <a:ea typeface="微软雅黑" charset="0"/>
              </a:rPr>
              <a:t>5/11</a:t>
            </a:r>
            <a:endParaRPr lang="zh-CN" altLang="en-US" sz="2000">
              <a:latin typeface="微软雅黑" charset="0"/>
              <a:ea typeface="微软雅黑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endParaRPr lang="zh-CN" altLang="en-US" sz="2000">
              <a:latin typeface="微软雅黑" charset="0"/>
              <a:ea typeface="微软雅黑" charset="0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54000" y="894080"/>
            <a:ext cx="7493635" cy="396240"/>
          </a:xfrm>
        </p:spPr>
        <p:txBody>
          <a:bodyPr/>
          <a:lstStyle/>
          <a:p>
            <a:r>
              <a:rPr kumimoji="1" lang="en-US" altLang="zh-CN" dirty="0">
                <a:sym typeface="+mn-ea"/>
              </a:rPr>
              <a:t>02 </a:t>
            </a:r>
            <a:r>
              <a:rPr kumimoji="1" lang="en-US" altLang="zh-CN" dirty="0">
                <a:sym typeface="+mn-ea"/>
              </a:rPr>
              <a:t>risc-v </a:t>
            </a:r>
            <a:r>
              <a:rPr kumimoji="1" lang="en-US" dirty="0">
                <a:sym typeface="+mn-ea"/>
              </a:rPr>
              <a:t>arch diff with arm64</a:t>
            </a:r>
            <a:endParaRPr kumimoji="1"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4485" y="1643380"/>
            <a:ext cx="11373485" cy="34080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6415" y="5354955"/>
            <a:ext cx="11395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crypto</a:t>
            </a:r>
            <a:r>
              <a:rPr lang="zh-CN" altLang="en-US">
                <a:latin typeface="微软雅黑" charset="0"/>
                <a:ea typeface="微软雅黑" charset="0"/>
              </a:rPr>
              <a:t>：硬件加密算法</a:t>
            </a:r>
            <a:endParaRPr lang="en-US" altLang="zh-CN">
              <a:latin typeface="微软雅黑" charset="0"/>
              <a:ea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</a:rPr>
              <a:t>hyperv</a:t>
            </a:r>
            <a:r>
              <a:rPr lang="zh-CN" altLang="en-US">
                <a:latin typeface="微软雅黑" charset="0"/>
                <a:ea typeface="微软雅黑" charset="0"/>
              </a:rPr>
              <a:t>：</a:t>
            </a:r>
            <a:r>
              <a:rPr lang="en-US" altLang="zh-CN">
                <a:latin typeface="微软雅黑" charset="0"/>
                <a:ea typeface="微软雅黑" charset="0"/>
              </a:rPr>
              <a:t>Hyper-V </a:t>
            </a:r>
            <a:r>
              <a:rPr lang="zh-CN" altLang="en-US">
                <a:latin typeface="微软雅黑" charset="0"/>
                <a:ea typeface="微软雅黑" charset="0"/>
              </a:rPr>
              <a:t>虚拟化支持。在启用</a:t>
            </a:r>
            <a:r>
              <a:rPr lang="en-US" altLang="zh-CN">
                <a:latin typeface="微软雅黑" charset="0"/>
                <a:ea typeface="微软雅黑" charset="0"/>
              </a:rPr>
              <a:t> Hyper-V </a:t>
            </a:r>
            <a:r>
              <a:rPr lang="zh-CN" altLang="en-US">
                <a:latin typeface="微软雅黑" charset="0"/>
                <a:ea typeface="微软雅黑" charset="0"/>
              </a:rPr>
              <a:t>虚拟化的机器上作为</a:t>
            </a:r>
            <a:r>
              <a:rPr lang="en-US" altLang="zh-CN">
                <a:latin typeface="微软雅黑" charset="0"/>
                <a:ea typeface="微软雅黑" charset="0"/>
              </a:rPr>
              <a:t> Guest VM </a:t>
            </a:r>
            <a:r>
              <a:rPr lang="zh-CN" altLang="en-US">
                <a:latin typeface="微软雅黑" charset="0"/>
                <a:ea typeface="微软雅黑" charset="0"/>
              </a:rPr>
              <a:t>启动</a:t>
            </a:r>
            <a:endParaRPr lang="en-US" altLang="zh-CN">
              <a:latin typeface="微软雅黑" charset="0"/>
              <a:ea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</a:rPr>
              <a:t>xen</a:t>
            </a:r>
            <a:r>
              <a:rPr lang="zh-CN" altLang="en-US">
                <a:latin typeface="微软雅黑" charset="0"/>
                <a:ea typeface="微软雅黑" charset="0"/>
              </a:rPr>
              <a:t>：</a:t>
            </a:r>
            <a:r>
              <a:rPr lang="en-US" altLang="zh-CN">
                <a:latin typeface="微软雅黑" charset="0"/>
                <a:ea typeface="微软雅黑" charset="0"/>
              </a:rPr>
              <a:t>xen</a:t>
            </a:r>
            <a:r>
              <a:rPr lang="zh-CN" altLang="en-US">
                <a:latin typeface="微软雅黑" charset="0"/>
                <a:ea typeface="微软雅黑" charset="0"/>
              </a:rPr>
              <a:t>虚拟化</a:t>
            </a:r>
            <a:r>
              <a:rPr lang="zh-CN" altLang="en-US">
                <a:latin typeface="微软雅黑" charset="0"/>
                <a:ea typeface="微软雅黑" charset="0"/>
              </a:rPr>
              <a:t>支持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54000" y="894080"/>
            <a:ext cx="7493635" cy="396240"/>
          </a:xfrm>
        </p:spPr>
        <p:txBody>
          <a:bodyPr/>
          <a:lstStyle/>
          <a:p>
            <a:r>
              <a:rPr kumimoji="1" lang="en-US" altLang="zh-CN" dirty="0">
                <a:sym typeface="+mn-ea"/>
              </a:rPr>
              <a:t>02 </a:t>
            </a:r>
            <a:r>
              <a:rPr kumimoji="1" lang="en-US" altLang="zh-CN" dirty="0">
                <a:sym typeface="+mn-ea"/>
              </a:rPr>
              <a:t>risc-v </a:t>
            </a:r>
            <a:r>
              <a:rPr kumimoji="1" lang="en-US" dirty="0">
                <a:sym typeface="+mn-ea"/>
              </a:rPr>
              <a:t>arch diff with arm64</a:t>
            </a:r>
            <a:endParaRPr kumimoji="1"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6415" y="5354955"/>
            <a:ext cx="11395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</a:rPr>
              <a:t>boot</a:t>
            </a:r>
            <a:r>
              <a:rPr lang="zh-CN" altLang="en-US">
                <a:latin typeface="微软雅黑" charset="0"/>
                <a:ea typeface="微软雅黑" charset="0"/>
              </a:rPr>
              <a:t>：</a:t>
            </a:r>
            <a:endParaRPr lang="zh-CN" altLang="en-US">
              <a:latin typeface="微软雅黑" charset="0"/>
              <a:ea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</a:rPr>
              <a:t>config</a:t>
            </a:r>
            <a:r>
              <a:rPr lang="zh-CN" altLang="en-US">
                <a:latin typeface="微软雅黑" charset="0"/>
                <a:ea typeface="微软雅黑" charset="0"/>
              </a:rPr>
              <a:t>：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4000" y="1833245"/>
            <a:ext cx="11335385" cy="2978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谢 谢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欢迎交流合作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>
                <a:sym typeface="+mn-ea"/>
              </a:rPr>
              <a:t>2023/05/22</a:t>
            </a:r>
            <a:endParaRPr kumimoji="1"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普通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文字</Application>
  <PresentationFormat>宽屏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Wingdings</vt:lpstr>
      <vt:lpstr>微软雅黑</vt:lpstr>
      <vt:lpstr>宋体</vt:lpstr>
      <vt:lpstr>Arial Unicode MS</vt:lpstr>
      <vt:lpstr>Calibri</vt:lpstr>
      <vt:lpstr>Helvetica Neue</vt:lpstr>
      <vt:lpstr>汉仪书宋二KW</vt:lpstr>
      <vt:lpstr>普通样式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朱恒博</cp:lastModifiedBy>
  <cp:revision>2478</cp:revision>
  <dcterms:created xsi:type="dcterms:W3CDTF">2024-10-29T06:42:33Z</dcterms:created>
  <dcterms:modified xsi:type="dcterms:W3CDTF">2024-10-29T06:42:33Z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A495A60FF42AA930E9712766D0382A34_43</vt:lpwstr>
  </property>
</Properties>
</file>